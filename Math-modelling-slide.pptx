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7" r:id="rId5"/>
    <p:sldId id="260" r:id="rId6"/>
    <p:sldId id="261" r:id="rId7"/>
    <p:sldId id="283" r:id="rId8"/>
    <p:sldId id="284" r:id="rId9"/>
    <p:sldId id="272" r:id="rId10"/>
    <p:sldId id="273" r:id="rId11"/>
    <p:sldId id="274" r:id="rId12"/>
    <p:sldId id="275" r:id="rId13"/>
    <p:sldId id="258" r:id="rId14"/>
    <p:sldId id="269" r:id="rId15"/>
    <p:sldId id="270" r:id="rId16"/>
    <p:sldId id="276" r:id="rId17"/>
    <p:sldId id="277" r:id="rId18"/>
    <p:sldId id="278" r:id="rId19"/>
    <p:sldId id="279" r:id="rId20"/>
    <p:sldId id="286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8E7303-3B79-415D-ADC5-BCFC7157E9BB}">
          <p14:sldIdLst>
            <p14:sldId id="257"/>
            <p14:sldId id="260"/>
          </p14:sldIdLst>
        </p14:section>
        <p14:section name="Introduction" id="{70EC7C00-B342-4F62-BC62-20773B2001E2}">
          <p14:sldIdLst>
            <p14:sldId id="261"/>
            <p14:sldId id="283"/>
            <p14:sldId id="284"/>
          </p14:sldIdLst>
        </p14:section>
        <p14:section name="Modelling Framework" id="{0743C0B8-AF28-1E40-88D3-6A73183FF1EA}">
          <p14:sldIdLst>
            <p14:sldId id="272"/>
            <p14:sldId id="273"/>
            <p14:sldId id="274"/>
            <p14:sldId id="275"/>
          </p14:sldIdLst>
        </p14:section>
        <p14:section name="Solving algorithms" id="{5CC7169B-89AD-4BD0-B1E0-0975DB2D5ACA}">
          <p14:sldIdLst>
            <p14:sldId id="258"/>
            <p14:sldId id="269"/>
            <p14:sldId id="270"/>
          </p14:sldIdLst>
        </p14:section>
        <p14:section name="Simulation and Results" id="{C871536F-724A-4221-9102-C5363C5E42A0}">
          <p14:sldIdLst>
            <p14:sldId id="276"/>
            <p14:sldId id="277"/>
            <p14:sldId id="278"/>
          </p14:sldIdLst>
        </p14:section>
        <p14:section name="Discussion and Conclusion" id="{75EFE094-66ED-4AD1-A8CA-AABC94EBBB59}">
          <p14:sldIdLst>
            <p14:sldId id="279"/>
            <p14:sldId id="286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B21EB-72AA-F3A1-BBA4-90C073981D08}" v="44" dt="2026-06-17T10:13:48.323"/>
    <p1510:client id="{37F56EEC-6F22-94ED-CCC3-D03927A6DA6D}" v="174" dt="2026-06-17T13:58:08.581"/>
    <p1510:client id="{40F3F490-D73F-D29A-699A-28A6E768F915}" v="51" dt="2026-06-17T08:47:43.905"/>
    <p1510:client id="{605FAE70-04AF-6F16-8252-24DC931FD371}" v="6" dt="2026-06-17T13:40:20.722"/>
    <p1510:client id="{79F3FBA8-EA7F-C045-9997-F79CD5220E95}" v="957" dt="2026-06-17T14:12:31.882"/>
    <p1510:client id="{91B5E51F-91B9-6EFE-A1B9-BE749F4128BB}" v="219" dt="2026-06-17T13:17:25.087"/>
    <p1510:client id="{AD1ABDCA-31EA-DBDA-8145-AB70799060F2}" v="372" dt="2026-06-17T10:07:43.017"/>
    <p1510:client id="{B4D5DA83-ACE9-6175-8401-0A2DEAF616EC}" v="183" dt="2026-06-16T16:18:27.320"/>
    <p1510:client id="{C5B10DC0-649C-4859-BA05-A041161D51D5}" v="539" dt="2026-06-17T14:00:56.885"/>
    <p1510:client id="{F3E78AE5-1303-E574-4C73-EAF8717D9816}" v="103" dt="2026-06-17T13:34:51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06f1b89f-07e8-464f-b408-ec1b45703f31::" providerId="AD" clId="Web-{180B21EB-72AA-F3A1-BBA4-90C073981D08}"/>
    <pc:docChg chg="addSld delSld modSld sldOrd modSection">
      <pc:chgData name="Guest User" userId="S::urn:spo:tenantanon#06f1b89f-07e8-464f-b408-ec1b45703f31::" providerId="AD" clId="Web-{180B21EB-72AA-F3A1-BBA4-90C073981D08}" dt="2026-06-17T10:13:48.323" v="43"/>
      <pc:docMkLst>
        <pc:docMk/>
      </pc:docMkLst>
      <pc:sldChg chg="modSp ord">
        <pc:chgData name="Guest User" userId="S::urn:spo:tenantanon#06f1b89f-07e8-464f-b408-ec1b45703f31::" providerId="AD" clId="Web-{180B21EB-72AA-F3A1-BBA4-90C073981D08}" dt="2026-06-17T10:12:58.946" v="32" actId="20577"/>
        <pc:sldMkLst>
          <pc:docMk/>
          <pc:sldMk cId="221433772" sldId="260"/>
        </pc:sldMkLst>
        <pc:spChg chg="mod">
          <ac:chgData name="Guest User" userId="S::urn:spo:tenantanon#06f1b89f-07e8-464f-b408-ec1b45703f31::" providerId="AD" clId="Web-{180B21EB-72AA-F3A1-BBA4-90C073981D08}" dt="2026-06-17T10:12:58.946" v="32" actId="20577"/>
          <ac:spMkLst>
            <pc:docMk/>
            <pc:sldMk cId="221433772" sldId="260"/>
            <ac:spMk id="3" creationId="{3573E091-9DCD-4DE7-96D1-A93E44E0F5B9}"/>
          </ac:spMkLst>
        </pc:spChg>
      </pc:sldChg>
      <pc:sldChg chg="new del">
        <pc:chgData name="Guest User" userId="S::urn:spo:tenantanon#06f1b89f-07e8-464f-b408-ec1b45703f31::" providerId="AD" clId="Web-{180B21EB-72AA-F3A1-BBA4-90C073981D08}" dt="2026-06-17T10:09:11.703" v="5"/>
        <pc:sldMkLst>
          <pc:docMk/>
          <pc:sldMk cId="2828284109" sldId="271"/>
        </pc:sldMkLst>
      </pc:sldChg>
      <pc:sldChg chg="delSp modSp add replId">
        <pc:chgData name="Guest User" userId="S::urn:spo:tenantanon#06f1b89f-07e8-464f-b408-ec1b45703f31::" providerId="AD" clId="Web-{180B21EB-72AA-F3A1-BBA4-90C073981D08}" dt="2026-06-17T10:13:48.323" v="43"/>
        <pc:sldMkLst>
          <pc:docMk/>
          <pc:sldMk cId="2775781422" sldId="272"/>
        </pc:sldMkLst>
        <pc:spChg chg="mod">
          <ac:chgData name="Guest User" userId="S::urn:spo:tenantanon#06f1b89f-07e8-464f-b408-ec1b45703f31::" providerId="AD" clId="Web-{180B21EB-72AA-F3A1-BBA4-90C073981D08}" dt="2026-06-17T10:13:25.853" v="39" actId="20577"/>
          <ac:spMkLst>
            <pc:docMk/>
            <pc:sldMk cId="2775781422" sldId="272"/>
            <ac:spMk id="2" creationId="{5477DF58-7989-52D2-AD00-5C9A80FB9172}"/>
          </ac:spMkLst>
        </pc:spChg>
        <pc:spChg chg="del mod">
          <ac:chgData name="Guest User" userId="S::urn:spo:tenantanon#06f1b89f-07e8-464f-b408-ec1b45703f31::" providerId="AD" clId="Web-{180B21EB-72AA-F3A1-BBA4-90C073981D08}" dt="2026-06-17T10:13:36.447" v="41"/>
          <ac:spMkLst>
            <pc:docMk/>
            <pc:sldMk cId="2775781422" sldId="272"/>
            <ac:spMk id="3" creationId="{E1FE7A97-4839-BA07-7893-C05A2DD8075B}"/>
          </ac:spMkLst>
        </pc:spChg>
        <pc:spChg chg="del mod">
          <ac:chgData name="Guest User" userId="S::urn:spo:tenantanon#06f1b89f-07e8-464f-b408-ec1b45703f31::" providerId="AD" clId="Web-{180B21EB-72AA-F3A1-BBA4-90C073981D08}" dt="2026-06-17T10:13:48.323" v="43"/>
          <ac:spMkLst>
            <pc:docMk/>
            <pc:sldMk cId="2775781422" sldId="272"/>
            <ac:spMk id="4" creationId="{1ACDD73C-5081-1144-83AB-20C3BD11A8F1}"/>
          </ac:spMkLst>
        </pc:spChg>
      </pc:sldChg>
    </pc:docChg>
  </pc:docChgLst>
  <pc:docChgLst>
    <pc:chgData name="Guest User" userId="S::urn:spo:tenantanon#06f1b89f-07e8-464f-b408-ec1b45703f31::" providerId="AD" clId="Web-{37F56EEC-6F22-94ED-CCC3-D03927A6DA6D}"/>
    <pc:docChg chg="addSld delSld modSld modSection">
      <pc:chgData name="Guest User" userId="S::urn:spo:tenantanon#06f1b89f-07e8-464f-b408-ec1b45703f31::" providerId="AD" clId="Web-{37F56EEC-6F22-94ED-CCC3-D03927A6DA6D}" dt="2026-06-17T13:58:05.409" v="170" actId="1076"/>
      <pc:docMkLst>
        <pc:docMk/>
      </pc:docMkLst>
      <pc:sldChg chg="modSp">
        <pc:chgData name="Guest User" userId="S::urn:spo:tenantanon#06f1b89f-07e8-464f-b408-ec1b45703f31::" providerId="AD" clId="Web-{37F56EEC-6F22-94ED-CCC3-D03927A6DA6D}" dt="2026-06-17T13:40:36.520" v="1" actId="20577"/>
        <pc:sldMkLst>
          <pc:docMk/>
          <pc:sldMk cId="743172911" sldId="257"/>
        </pc:sldMkLst>
        <pc:spChg chg="mod">
          <ac:chgData name="Guest User" userId="S::urn:spo:tenantanon#06f1b89f-07e8-464f-b408-ec1b45703f31::" providerId="AD" clId="Web-{37F56EEC-6F22-94ED-CCC3-D03927A6DA6D}" dt="2026-06-17T13:40:36.520" v="1" actId="20577"/>
          <ac:spMkLst>
            <pc:docMk/>
            <pc:sldMk cId="743172911" sldId="257"/>
            <ac:spMk id="4" creationId="{72BF49D9-2FCE-4950-8B1C-F580CC18F4C9}"/>
          </ac:spMkLst>
        </pc:spChg>
      </pc:sldChg>
      <pc:sldChg chg="addSp modSp">
        <pc:chgData name="Guest User" userId="S::urn:spo:tenantanon#06f1b89f-07e8-464f-b408-ec1b45703f31::" providerId="AD" clId="Web-{37F56EEC-6F22-94ED-CCC3-D03927A6DA6D}" dt="2026-06-17T13:51:59.948" v="98" actId="1076"/>
        <pc:sldMkLst>
          <pc:docMk/>
          <pc:sldMk cId="2844954205" sldId="283"/>
        </pc:sldMkLst>
        <pc:spChg chg="add mod">
          <ac:chgData name="Guest User" userId="S::urn:spo:tenantanon#06f1b89f-07e8-464f-b408-ec1b45703f31::" providerId="AD" clId="Web-{37F56EEC-6F22-94ED-CCC3-D03927A6DA6D}" dt="2026-06-17T13:48:53.485" v="44" actId="1076"/>
          <ac:spMkLst>
            <pc:docMk/>
            <pc:sldMk cId="2844954205" sldId="283"/>
            <ac:spMk id="7" creationId="{E3A0BEA6-8DC1-2F7E-BD22-523A7412F034}"/>
          </ac:spMkLst>
        </pc:spChg>
        <pc:spChg chg="add mod">
          <ac:chgData name="Guest User" userId="S::urn:spo:tenantanon#06f1b89f-07e8-464f-b408-ec1b45703f31::" providerId="AD" clId="Web-{37F56EEC-6F22-94ED-CCC3-D03927A6DA6D}" dt="2026-06-17T13:49:08.329" v="56" actId="1076"/>
          <ac:spMkLst>
            <pc:docMk/>
            <pc:sldMk cId="2844954205" sldId="283"/>
            <ac:spMk id="8" creationId="{0327A41A-55AB-4CE2-9297-E0FA66F387E7}"/>
          </ac:spMkLst>
        </pc:spChg>
        <pc:spChg chg="add mod">
          <ac:chgData name="Guest User" userId="S::urn:spo:tenantanon#06f1b89f-07e8-464f-b408-ec1b45703f31::" providerId="AD" clId="Web-{37F56EEC-6F22-94ED-CCC3-D03927A6DA6D}" dt="2026-06-17T13:51:55.979" v="97" actId="1076"/>
          <ac:spMkLst>
            <pc:docMk/>
            <pc:sldMk cId="2844954205" sldId="283"/>
            <ac:spMk id="9" creationId="{C4DD5150-31E6-BA44-701D-CB419EC2EEF2}"/>
          </ac:spMkLst>
        </pc:spChg>
        <pc:spChg chg="add mod">
          <ac:chgData name="Guest User" userId="S::urn:spo:tenantanon#06f1b89f-07e8-464f-b408-ec1b45703f31::" providerId="AD" clId="Web-{37F56EEC-6F22-94ED-CCC3-D03927A6DA6D}" dt="2026-06-17T13:51:59.948" v="98" actId="1076"/>
          <ac:spMkLst>
            <pc:docMk/>
            <pc:sldMk cId="2844954205" sldId="283"/>
            <ac:spMk id="10" creationId="{DDD0B915-2026-F3CA-4432-53B808DA8A35}"/>
          </ac:spMkLst>
        </pc:spChg>
        <pc:picChg chg="add mod">
          <ac:chgData name="Guest User" userId="S::urn:spo:tenantanon#06f1b89f-07e8-464f-b408-ec1b45703f31::" providerId="AD" clId="Web-{37F56EEC-6F22-94ED-CCC3-D03927A6DA6D}" dt="2026-06-17T13:45:33.864" v="6" actId="1076"/>
          <ac:picMkLst>
            <pc:docMk/>
            <pc:sldMk cId="2844954205" sldId="283"/>
            <ac:picMk id="3" creationId="{B9789C76-62A6-A548-F261-DD0B5E87CB37}"/>
          </ac:picMkLst>
        </pc:picChg>
        <pc:picChg chg="add mod">
          <ac:chgData name="Guest User" userId="S::urn:spo:tenantanon#06f1b89f-07e8-464f-b408-ec1b45703f31::" providerId="AD" clId="Web-{37F56EEC-6F22-94ED-CCC3-D03927A6DA6D}" dt="2026-06-17T13:49:09.939" v="57" actId="1076"/>
          <ac:picMkLst>
            <pc:docMk/>
            <pc:sldMk cId="2844954205" sldId="283"/>
            <ac:picMk id="4" creationId="{6324925D-D96D-3E34-BCAB-53DE734C99FE}"/>
          </ac:picMkLst>
        </pc:picChg>
      </pc:sldChg>
      <pc:sldChg chg="addSp delSp modSp add replId">
        <pc:chgData name="Guest User" userId="S::urn:spo:tenantanon#06f1b89f-07e8-464f-b408-ec1b45703f31::" providerId="AD" clId="Web-{37F56EEC-6F22-94ED-CCC3-D03927A6DA6D}" dt="2026-06-17T13:58:05.409" v="170" actId="1076"/>
        <pc:sldMkLst>
          <pc:docMk/>
          <pc:sldMk cId="253935765" sldId="284"/>
        </pc:sldMkLst>
        <pc:spChg chg="del">
          <ac:chgData name="Guest User" userId="S::urn:spo:tenantanon#06f1b89f-07e8-464f-b408-ec1b45703f31::" providerId="AD" clId="Web-{37F56EEC-6F22-94ED-CCC3-D03927A6DA6D}" dt="2026-06-17T13:53:20.343" v="103"/>
          <ac:spMkLst>
            <pc:docMk/>
            <pc:sldMk cId="253935765" sldId="284"/>
            <ac:spMk id="7" creationId="{07BABC0A-4048-567C-B096-381DDB05160E}"/>
          </ac:spMkLst>
        </pc:spChg>
        <pc:spChg chg="del">
          <ac:chgData name="Guest User" userId="S::urn:spo:tenantanon#06f1b89f-07e8-464f-b408-ec1b45703f31::" providerId="AD" clId="Web-{37F56EEC-6F22-94ED-CCC3-D03927A6DA6D}" dt="2026-06-17T13:53:20.343" v="102"/>
          <ac:spMkLst>
            <pc:docMk/>
            <pc:sldMk cId="253935765" sldId="284"/>
            <ac:spMk id="8" creationId="{891C043B-9653-C16B-897B-E05F8EAB62FC}"/>
          </ac:spMkLst>
        </pc:spChg>
        <pc:spChg chg="del">
          <ac:chgData name="Guest User" userId="S::urn:spo:tenantanon#06f1b89f-07e8-464f-b408-ec1b45703f31::" providerId="AD" clId="Web-{37F56EEC-6F22-94ED-CCC3-D03927A6DA6D}" dt="2026-06-17T13:53:20.343" v="101"/>
          <ac:spMkLst>
            <pc:docMk/>
            <pc:sldMk cId="253935765" sldId="284"/>
            <ac:spMk id="9" creationId="{AD42AF26-15D9-6A91-8269-49AE32415FEC}"/>
          </ac:spMkLst>
        </pc:spChg>
        <pc:spChg chg="del">
          <ac:chgData name="Guest User" userId="S::urn:spo:tenantanon#06f1b89f-07e8-464f-b408-ec1b45703f31::" providerId="AD" clId="Web-{37F56EEC-6F22-94ED-CCC3-D03927A6DA6D}" dt="2026-06-17T13:53:20.343" v="100"/>
          <ac:spMkLst>
            <pc:docMk/>
            <pc:sldMk cId="253935765" sldId="284"/>
            <ac:spMk id="10" creationId="{EBB2A555-FE44-E1A0-AB4A-44CD86F7D66E}"/>
          </ac:spMkLst>
        </pc:spChg>
        <pc:spChg chg="add mod">
          <ac:chgData name="Guest User" userId="S::urn:spo:tenantanon#06f1b89f-07e8-464f-b408-ec1b45703f31::" providerId="AD" clId="Web-{37F56EEC-6F22-94ED-CCC3-D03927A6DA6D}" dt="2026-06-17T13:57:45.361" v="168" actId="1076"/>
          <ac:spMkLst>
            <pc:docMk/>
            <pc:sldMk cId="253935765" sldId="284"/>
            <ac:spMk id="11" creationId="{72945D36-678A-BF63-E43E-01DB81F5753D}"/>
          </ac:spMkLst>
        </pc:spChg>
        <pc:picChg chg="del">
          <ac:chgData name="Guest User" userId="S::urn:spo:tenantanon#06f1b89f-07e8-464f-b408-ec1b45703f31::" providerId="AD" clId="Web-{37F56EEC-6F22-94ED-CCC3-D03927A6DA6D}" dt="2026-06-17T13:53:20.343" v="105"/>
          <ac:picMkLst>
            <pc:docMk/>
            <pc:sldMk cId="253935765" sldId="284"/>
            <ac:picMk id="3" creationId="{BFD8C78F-043F-FB11-0315-3B6C5A2FAE3B}"/>
          </ac:picMkLst>
        </pc:picChg>
        <pc:picChg chg="del">
          <ac:chgData name="Guest User" userId="S::urn:spo:tenantanon#06f1b89f-07e8-464f-b408-ec1b45703f31::" providerId="AD" clId="Web-{37F56EEC-6F22-94ED-CCC3-D03927A6DA6D}" dt="2026-06-17T13:53:20.343" v="104"/>
          <ac:picMkLst>
            <pc:docMk/>
            <pc:sldMk cId="253935765" sldId="284"/>
            <ac:picMk id="4" creationId="{5D327846-1C7C-9106-E2DF-72F018BF650F}"/>
          </ac:picMkLst>
        </pc:picChg>
        <pc:picChg chg="add mod">
          <ac:chgData name="Guest User" userId="S::urn:spo:tenantanon#06f1b89f-07e8-464f-b408-ec1b45703f31::" providerId="AD" clId="Web-{37F56EEC-6F22-94ED-CCC3-D03927A6DA6D}" dt="2026-06-17T13:58:05.409" v="170" actId="1076"/>
          <ac:picMkLst>
            <pc:docMk/>
            <pc:sldMk cId="253935765" sldId="284"/>
            <ac:picMk id="12" creationId="{06028FEF-A34E-5802-AD6D-AFF15CD31050}"/>
          </ac:picMkLst>
        </pc:picChg>
      </pc:sldChg>
      <pc:sldChg chg="add del">
        <pc:chgData name="Guest User" userId="S::urn:spo:tenantanon#06f1b89f-07e8-464f-b408-ec1b45703f31::" providerId="AD" clId="Web-{37F56EEC-6F22-94ED-CCC3-D03927A6DA6D}" dt="2026-06-17T13:54:01.880" v="107"/>
        <pc:sldMkLst>
          <pc:docMk/>
          <pc:sldMk cId="466236914" sldId="285"/>
        </pc:sldMkLst>
      </pc:sldChg>
    </pc:docChg>
  </pc:docChgLst>
  <pc:docChgLst>
    <pc:chgData name="Le Trung Dung 20235489" userId="S::dung.lt235489@sis.hust.edu.vn::d4d7d2cc-564b-40f9-9c9a-4d8a8536baf5" providerId="AD" clId="Web-{91B5E51F-91B9-6EFE-A1B9-BE749F4128BB}"/>
    <pc:docChg chg="addSld modSld modSection">
      <pc:chgData name="Le Trung Dung 20235489" userId="S::dung.lt235489@sis.hust.edu.vn::d4d7d2cc-564b-40f9-9c9a-4d8a8536baf5" providerId="AD" clId="Web-{91B5E51F-91B9-6EFE-A1B9-BE749F4128BB}" dt="2026-06-17T13:17:25.087" v="218" actId="20577"/>
      <pc:docMkLst>
        <pc:docMk/>
      </pc:docMkLst>
      <pc:sldChg chg="modSp">
        <pc:chgData name="Le Trung Dung 20235489" userId="S::dung.lt235489@sis.hust.edu.vn::d4d7d2cc-564b-40f9-9c9a-4d8a8536baf5" providerId="AD" clId="Web-{91B5E51F-91B9-6EFE-A1B9-BE749F4128BB}" dt="2026-06-17T13:10:28.453" v="91" actId="20577"/>
        <pc:sldMkLst>
          <pc:docMk/>
          <pc:sldMk cId="3505952789" sldId="258"/>
        </pc:sldMkLst>
        <pc:spChg chg="mod">
          <ac:chgData name="Le Trung Dung 20235489" userId="S::dung.lt235489@sis.hust.edu.vn::d4d7d2cc-564b-40f9-9c9a-4d8a8536baf5" providerId="AD" clId="Web-{91B5E51F-91B9-6EFE-A1B9-BE749F4128BB}" dt="2026-06-17T13:10:28.453" v="91" actId="20577"/>
          <ac:spMkLst>
            <pc:docMk/>
            <pc:sldMk cId="3505952789" sldId="258"/>
            <ac:spMk id="2" creationId="{C7A5D019-96A4-4D1E-AFB5-09D65C86E12D}"/>
          </ac:spMkLst>
        </pc:spChg>
      </pc:sldChg>
      <pc:sldChg chg="modSp">
        <pc:chgData name="Le Trung Dung 20235489" userId="S::dung.lt235489@sis.hust.edu.vn::d4d7d2cc-564b-40f9-9c9a-4d8a8536baf5" providerId="AD" clId="Web-{91B5E51F-91B9-6EFE-A1B9-BE749F4128BB}" dt="2026-06-17T13:16:39.071" v="199" actId="20577"/>
        <pc:sldMkLst>
          <pc:docMk/>
          <pc:sldMk cId="221433772" sldId="260"/>
        </pc:sldMkLst>
        <pc:spChg chg="mod">
          <ac:chgData name="Le Trung Dung 20235489" userId="S::dung.lt235489@sis.hust.edu.vn::d4d7d2cc-564b-40f9-9c9a-4d8a8536baf5" providerId="AD" clId="Web-{91B5E51F-91B9-6EFE-A1B9-BE749F4128BB}" dt="2026-06-17T13:16:39.071" v="199" actId="20577"/>
          <ac:spMkLst>
            <pc:docMk/>
            <pc:sldMk cId="221433772" sldId="260"/>
            <ac:spMk id="3" creationId="{3573E091-9DCD-4DE7-96D1-A93E44E0F5B9}"/>
          </ac:spMkLst>
        </pc:spChg>
      </pc:sldChg>
      <pc:sldChg chg="modSp">
        <pc:chgData name="Le Trung Dung 20235489" userId="S::dung.lt235489@sis.hust.edu.vn::d4d7d2cc-564b-40f9-9c9a-4d8a8536baf5" providerId="AD" clId="Web-{91B5E51F-91B9-6EFE-A1B9-BE749F4128BB}" dt="2026-06-17T13:10:36.282" v="95" actId="20577"/>
        <pc:sldMkLst>
          <pc:docMk/>
          <pc:sldMk cId="2896132815" sldId="269"/>
        </pc:sldMkLst>
        <pc:spChg chg="mod">
          <ac:chgData name="Le Trung Dung 20235489" userId="S::dung.lt235489@sis.hust.edu.vn::d4d7d2cc-564b-40f9-9c9a-4d8a8536baf5" providerId="AD" clId="Web-{91B5E51F-91B9-6EFE-A1B9-BE749F4128BB}" dt="2026-06-17T13:10:36.282" v="95" actId="20577"/>
          <ac:spMkLst>
            <pc:docMk/>
            <pc:sldMk cId="2896132815" sldId="269"/>
            <ac:spMk id="2" creationId="{5EBBBA5B-F8AC-0898-A012-6AAA0F114A7B}"/>
          </ac:spMkLst>
        </pc:spChg>
      </pc:sldChg>
      <pc:sldChg chg="modSp">
        <pc:chgData name="Le Trung Dung 20235489" userId="S::dung.lt235489@sis.hust.edu.vn::d4d7d2cc-564b-40f9-9c9a-4d8a8536baf5" providerId="AD" clId="Web-{91B5E51F-91B9-6EFE-A1B9-BE749F4128BB}" dt="2026-06-17T13:10:47.063" v="99" actId="20577"/>
        <pc:sldMkLst>
          <pc:docMk/>
          <pc:sldMk cId="2469511475" sldId="270"/>
        </pc:sldMkLst>
        <pc:spChg chg="mod">
          <ac:chgData name="Le Trung Dung 20235489" userId="S::dung.lt235489@sis.hust.edu.vn::d4d7d2cc-564b-40f9-9c9a-4d8a8536baf5" providerId="AD" clId="Web-{91B5E51F-91B9-6EFE-A1B9-BE749F4128BB}" dt="2026-06-17T13:10:47.063" v="99" actId="20577"/>
          <ac:spMkLst>
            <pc:docMk/>
            <pc:sldMk cId="2469511475" sldId="270"/>
            <ac:spMk id="2" creationId="{DDE76A5F-BC83-E27F-19E9-10E18649A6AD}"/>
          </ac:spMkLst>
        </pc:spChg>
      </pc:sldChg>
      <pc:sldChg chg="addSp modSp new">
        <pc:chgData name="Le Trung Dung 20235489" userId="S::dung.lt235489@sis.hust.edu.vn::d4d7d2cc-564b-40f9-9c9a-4d8a8536baf5" providerId="AD" clId="Web-{91B5E51F-91B9-6EFE-A1B9-BE749F4128BB}" dt="2026-06-17T13:13:41.662" v="150" actId="1076"/>
        <pc:sldMkLst>
          <pc:docMk/>
          <pc:sldMk cId="469651290" sldId="276"/>
        </pc:sldMkLst>
        <pc:spChg chg="mod">
          <ac:chgData name="Le Trung Dung 20235489" userId="S::dung.lt235489@sis.hust.edu.vn::d4d7d2cc-564b-40f9-9c9a-4d8a8536baf5" providerId="AD" clId="Web-{91B5E51F-91B9-6EFE-A1B9-BE749F4128BB}" dt="2026-06-17T13:11:17.361" v="128" actId="20577"/>
          <ac:spMkLst>
            <pc:docMk/>
            <pc:sldMk cId="469651290" sldId="276"/>
            <ac:spMk id="2" creationId="{7657175D-A44C-3CEA-0EBB-3E91831BA08C}"/>
          </ac:spMkLst>
        </pc:spChg>
        <pc:spChg chg="mod">
          <ac:chgData name="Le Trung Dung 20235489" userId="S::dung.lt235489@sis.hust.edu.vn::d4d7d2cc-564b-40f9-9c9a-4d8a8536baf5" providerId="AD" clId="Web-{91B5E51F-91B9-6EFE-A1B9-BE749F4128BB}" dt="2026-06-17T13:13:02.411" v="145" actId="20577"/>
          <ac:spMkLst>
            <pc:docMk/>
            <pc:sldMk cId="469651290" sldId="276"/>
            <ac:spMk id="3" creationId="{4B234A8E-FC12-DBEF-5369-BC7829BAAFAA}"/>
          </ac:spMkLst>
        </pc:spChg>
        <pc:picChg chg="add mod">
          <ac:chgData name="Le Trung Dung 20235489" userId="S::dung.lt235489@sis.hust.edu.vn::d4d7d2cc-564b-40f9-9c9a-4d8a8536baf5" providerId="AD" clId="Web-{91B5E51F-91B9-6EFE-A1B9-BE749F4128BB}" dt="2026-06-17T13:13:41.662" v="150" actId="1076"/>
          <ac:picMkLst>
            <pc:docMk/>
            <pc:sldMk cId="469651290" sldId="276"/>
            <ac:picMk id="5" creationId="{35CAAFCA-E289-BB8C-9E0D-E37ADAB73AF6}"/>
          </ac:picMkLst>
        </pc:picChg>
      </pc:sldChg>
      <pc:sldChg chg="addSp delSp modSp add replId">
        <pc:chgData name="Le Trung Dung 20235489" userId="S::dung.lt235489@sis.hust.edu.vn::d4d7d2cc-564b-40f9-9c9a-4d8a8536baf5" providerId="AD" clId="Web-{91B5E51F-91B9-6EFE-A1B9-BE749F4128BB}" dt="2026-06-17T13:14:52.616" v="164" actId="1076"/>
        <pc:sldMkLst>
          <pc:docMk/>
          <pc:sldMk cId="2657487429" sldId="277"/>
        </pc:sldMkLst>
        <pc:spChg chg="mod">
          <ac:chgData name="Le Trung Dung 20235489" userId="S::dung.lt235489@sis.hust.edu.vn::d4d7d2cc-564b-40f9-9c9a-4d8a8536baf5" providerId="AD" clId="Web-{91B5E51F-91B9-6EFE-A1B9-BE749F4128BB}" dt="2026-06-17T13:14:11.506" v="153" actId="20577"/>
          <ac:spMkLst>
            <pc:docMk/>
            <pc:sldMk cId="2657487429" sldId="277"/>
            <ac:spMk id="3" creationId="{41221E57-A868-6FC9-7D18-A0F56E1B7506}"/>
          </ac:spMkLst>
        </pc:spChg>
        <pc:picChg chg="del">
          <ac:chgData name="Le Trung Dung 20235489" userId="S::dung.lt235489@sis.hust.edu.vn::d4d7d2cc-564b-40f9-9c9a-4d8a8536baf5" providerId="AD" clId="Web-{91B5E51F-91B9-6EFE-A1B9-BE749F4128BB}" dt="2026-06-17T13:14:14.241" v="154"/>
          <ac:picMkLst>
            <pc:docMk/>
            <pc:sldMk cId="2657487429" sldId="277"/>
            <ac:picMk id="5" creationId="{EB8BF1B8-3C9B-67B2-C746-E100E69B3996}"/>
          </ac:picMkLst>
        </pc:picChg>
        <pc:picChg chg="add mod">
          <ac:chgData name="Le Trung Dung 20235489" userId="S::dung.lt235489@sis.hust.edu.vn::d4d7d2cc-564b-40f9-9c9a-4d8a8536baf5" providerId="AD" clId="Web-{91B5E51F-91B9-6EFE-A1B9-BE749F4128BB}" dt="2026-06-17T13:14:52.616" v="164" actId="1076"/>
          <ac:picMkLst>
            <pc:docMk/>
            <pc:sldMk cId="2657487429" sldId="277"/>
            <ac:picMk id="6" creationId="{21F27258-1983-7EC0-1868-92B8361FF47C}"/>
          </ac:picMkLst>
        </pc:picChg>
      </pc:sldChg>
      <pc:sldChg chg="addSp delSp modSp add replId">
        <pc:chgData name="Le Trung Dung 20235489" userId="S::dung.lt235489@sis.hust.edu.vn::d4d7d2cc-564b-40f9-9c9a-4d8a8536baf5" providerId="AD" clId="Web-{91B5E51F-91B9-6EFE-A1B9-BE749F4128BB}" dt="2026-06-17T13:15:54.805" v="172" actId="20577"/>
        <pc:sldMkLst>
          <pc:docMk/>
          <pc:sldMk cId="1767481347" sldId="278"/>
        </pc:sldMkLst>
        <pc:spChg chg="mod">
          <ac:chgData name="Le Trung Dung 20235489" userId="S::dung.lt235489@sis.hust.edu.vn::d4d7d2cc-564b-40f9-9c9a-4d8a8536baf5" providerId="AD" clId="Web-{91B5E51F-91B9-6EFE-A1B9-BE749F4128BB}" dt="2026-06-17T13:15:54.805" v="172" actId="20577"/>
          <ac:spMkLst>
            <pc:docMk/>
            <pc:sldMk cId="1767481347" sldId="278"/>
            <ac:spMk id="3" creationId="{0AA8341A-1A76-7F50-08D2-F6E79A08888C}"/>
          </ac:spMkLst>
        </pc:spChg>
        <pc:picChg chg="add mod">
          <ac:chgData name="Le Trung Dung 20235489" userId="S::dung.lt235489@sis.hust.edu.vn::d4d7d2cc-564b-40f9-9c9a-4d8a8536baf5" providerId="AD" clId="Web-{91B5E51F-91B9-6EFE-A1B9-BE749F4128BB}" dt="2026-06-17T13:15:40.898" v="170" actId="1076"/>
          <ac:picMkLst>
            <pc:docMk/>
            <pc:sldMk cId="1767481347" sldId="278"/>
            <ac:picMk id="5" creationId="{17152DD1-AD55-26D1-238C-B60D69D18570}"/>
          </ac:picMkLst>
        </pc:picChg>
        <pc:picChg chg="del">
          <ac:chgData name="Le Trung Dung 20235489" userId="S::dung.lt235489@sis.hust.edu.vn::d4d7d2cc-564b-40f9-9c9a-4d8a8536baf5" providerId="AD" clId="Web-{91B5E51F-91B9-6EFE-A1B9-BE749F4128BB}" dt="2026-06-17T13:15:16.070" v="166"/>
          <ac:picMkLst>
            <pc:docMk/>
            <pc:sldMk cId="1767481347" sldId="278"/>
            <ac:picMk id="6" creationId="{A354BFFB-4A87-6C51-D777-6417AF2AF501}"/>
          </ac:picMkLst>
        </pc:picChg>
      </pc:sldChg>
      <pc:sldChg chg="modSp new">
        <pc:chgData name="Le Trung Dung 20235489" userId="S::dung.lt235489@sis.hust.edu.vn::d4d7d2cc-564b-40f9-9c9a-4d8a8536baf5" providerId="AD" clId="Web-{91B5E51F-91B9-6EFE-A1B9-BE749F4128BB}" dt="2026-06-17T13:17:25.087" v="218" actId="20577"/>
        <pc:sldMkLst>
          <pc:docMk/>
          <pc:sldMk cId="1930630429" sldId="279"/>
        </pc:sldMkLst>
        <pc:spChg chg="mod">
          <ac:chgData name="Le Trung Dung 20235489" userId="S::dung.lt235489@sis.hust.edu.vn::d4d7d2cc-564b-40f9-9c9a-4d8a8536baf5" providerId="AD" clId="Web-{91B5E51F-91B9-6EFE-A1B9-BE749F4128BB}" dt="2026-06-17T13:16:27.430" v="190" actId="20577"/>
          <ac:spMkLst>
            <pc:docMk/>
            <pc:sldMk cId="1930630429" sldId="279"/>
            <ac:spMk id="2" creationId="{A231D644-EAD3-93D3-C2DF-2DF0A833A78D}"/>
          </ac:spMkLst>
        </pc:spChg>
        <pc:spChg chg="mod">
          <ac:chgData name="Le Trung Dung 20235489" userId="S::dung.lt235489@sis.hust.edu.vn::d4d7d2cc-564b-40f9-9c9a-4d8a8536baf5" providerId="AD" clId="Web-{91B5E51F-91B9-6EFE-A1B9-BE749F4128BB}" dt="2026-06-17T13:17:25.087" v="218" actId="20577"/>
          <ac:spMkLst>
            <pc:docMk/>
            <pc:sldMk cId="1930630429" sldId="279"/>
            <ac:spMk id="3" creationId="{CCBE5483-F9F9-F740-1EED-10C5D3304309}"/>
          </ac:spMkLst>
        </pc:spChg>
      </pc:sldChg>
    </pc:docChg>
  </pc:docChgLst>
  <pc:docChgLst>
    <pc:chgData name="Guest User" userId="S::urn:spo:tenantanon#06f1b89f-07e8-464f-b408-ec1b45703f31::" providerId="AD" clId="Web-{F3E78AE5-1303-E574-4C73-EAF8717D9816}"/>
    <pc:docChg chg="addSld modSld addSection modSection">
      <pc:chgData name="Guest User" userId="S::urn:spo:tenantanon#06f1b89f-07e8-464f-b408-ec1b45703f31::" providerId="AD" clId="Web-{F3E78AE5-1303-E574-4C73-EAF8717D9816}" dt="2026-06-17T13:34:51.364" v="95" actId="14100"/>
      <pc:docMkLst>
        <pc:docMk/>
      </pc:docMkLst>
      <pc:sldChg chg="addSp delSp modSp">
        <pc:chgData name="Guest User" userId="S::urn:spo:tenantanon#06f1b89f-07e8-464f-b408-ec1b45703f31::" providerId="AD" clId="Web-{F3E78AE5-1303-E574-4C73-EAF8717D9816}" dt="2026-06-17T13:34:51.364" v="95" actId="14100"/>
        <pc:sldMkLst>
          <pc:docMk/>
          <pc:sldMk cId="64084651" sldId="261"/>
        </pc:sldMkLst>
        <pc:spChg chg="del">
          <ac:chgData name="Guest User" userId="S::urn:spo:tenantanon#06f1b89f-07e8-464f-b408-ec1b45703f31::" providerId="AD" clId="Web-{F3E78AE5-1303-E574-4C73-EAF8717D9816}" dt="2026-06-17T13:23:18.246" v="2"/>
          <ac:spMkLst>
            <pc:docMk/>
            <pc:sldMk cId="64084651" sldId="261"/>
            <ac:spMk id="3" creationId="{C8196C5E-7B93-4E81-B617-CD97C06D6032}"/>
          </ac:spMkLst>
        </pc:spChg>
        <pc:spChg chg="del">
          <ac:chgData name="Guest User" userId="S::urn:spo:tenantanon#06f1b89f-07e8-464f-b408-ec1b45703f31::" providerId="AD" clId="Web-{F3E78AE5-1303-E574-4C73-EAF8717D9816}" dt="2026-06-17T13:23:22.121" v="3"/>
          <ac:spMkLst>
            <pc:docMk/>
            <pc:sldMk cId="64084651" sldId="261"/>
            <ac:spMk id="4" creationId="{377CB842-AD15-4F5A-8EF5-EBD6CE5F54A3}"/>
          </ac:spMkLst>
        </pc:spChg>
        <pc:spChg chg="add mod">
          <ac:chgData name="Guest User" userId="S::urn:spo:tenantanon#06f1b89f-07e8-464f-b408-ec1b45703f31::" providerId="AD" clId="Web-{F3E78AE5-1303-E574-4C73-EAF8717D9816}" dt="2026-06-17T13:32:03.390" v="74" actId="20577"/>
          <ac:spMkLst>
            <pc:docMk/>
            <pc:sldMk cId="64084651" sldId="261"/>
            <ac:spMk id="8" creationId="{F4EAA7D8-28BE-E317-0214-93F2C2083250}"/>
          </ac:spMkLst>
        </pc:spChg>
        <pc:spChg chg="add mod">
          <ac:chgData name="Guest User" userId="S::urn:spo:tenantanon#06f1b89f-07e8-464f-b408-ec1b45703f31::" providerId="AD" clId="Web-{F3E78AE5-1303-E574-4C73-EAF8717D9816}" dt="2026-06-17T13:34:51.364" v="95" actId="14100"/>
          <ac:spMkLst>
            <pc:docMk/>
            <pc:sldMk cId="64084651" sldId="261"/>
            <ac:spMk id="10" creationId="{E05B5AFE-284B-078E-B77F-FDB09001633F}"/>
          </ac:spMkLst>
        </pc:spChg>
        <pc:picChg chg="add mod">
          <ac:chgData name="Guest User" userId="S::urn:spo:tenantanon#06f1b89f-07e8-464f-b408-ec1b45703f31::" providerId="AD" clId="Web-{F3E78AE5-1303-E574-4C73-EAF8717D9816}" dt="2026-06-17T13:33:08.017" v="75" actId="1076"/>
          <ac:picMkLst>
            <pc:docMk/>
            <pc:sldMk cId="64084651" sldId="261"/>
            <ac:picMk id="6" creationId="{DF066F58-6620-03D3-FB66-0F3E5FF43D4F}"/>
          </ac:picMkLst>
        </pc:picChg>
        <pc:picChg chg="add mod modCrop">
          <ac:chgData name="Guest User" userId="S::urn:spo:tenantanon#06f1b89f-07e8-464f-b408-ec1b45703f31::" providerId="AD" clId="Web-{F3E78AE5-1303-E574-4C73-EAF8717D9816}" dt="2026-06-17T13:33:08.017" v="76" actId="1076"/>
          <ac:picMkLst>
            <pc:docMk/>
            <pc:sldMk cId="64084651" sldId="261"/>
            <ac:picMk id="9" creationId="{CE298416-3F86-DCE5-6C56-A8128F772809}"/>
          </ac:picMkLst>
        </pc:picChg>
      </pc:sldChg>
      <pc:sldChg chg="add replId">
        <pc:chgData name="Guest User" userId="S::urn:spo:tenantanon#06f1b89f-07e8-464f-b408-ec1b45703f31::" providerId="AD" clId="Web-{F3E78AE5-1303-E574-4C73-EAF8717D9816}" dt="2026-06-17T13:28:40.304" v="4"/>
        <pc:sldMkLst>
          <pc:docMk/>
          <pc:sldMk cId="2844954205" sldId="283"/>
        </pc:sldMkLst>
      </pc:sldChg>
    </pc:docChg>
  </pc:docChgLst>
  <pc:docChgLst>
    <pc:chgData name="Guest User" userId="S::urn:spo:tenantanon#06f1b89f-07e8-464f-b408-ec1b45703f31::" providerId="AD" clId="Web-{AD1ABDCA-31EA-DBDA-8145-AB70799060F2}"/>
    <pc:docChg chg="addSld modSld sldOrd addSection modSection">
      <pc:chgData name="Guest User" userId="S::urn:spo:tenantanon#06f1b89f-07e8-464f-b408-ec1b45703f31::" providerId="AD" clId="Web-{AD1ABDCA-31EA-DBDA-8145-AB70799060F2}" dt="2026-06-17T10:07:43.017" v="323" actId="1076"/>
      <pc:docMkLst>
        <pc:docMk/>
      </pc:docMkLst>
      <pc:sldChg chg="addSp delSp modSp ord">
        <pc:chgData name="Guest User" userId="S::urn:spo:tenantanon#06f1b89f-07e8-464f-b408-ec1b45703f31::" providerId="AD" clId="Web-{AD1ABDCA-31EA-DBDA-8145-AB70799060F2}" dt="2026-06-17T10:05:38.621" v="307" actId="20577"/>
        <pc:sldMkLst>
          <pc:docMk/>
          <pc:sldMk cId="3505952789" sldId="258"/>
        </pc:sldMkLst>
        <pc:spChg chg="mod">
          <ac:chgData name="Guest User" userId="S::urn:spo:tenantanon#06f1b89f-07e8-464f-b408-ec1b45703f31::" providerId="AD" clId="Web-{AD1ABDCA-31EA-DBDA-8145-AB70799060F2}" dt="2026-06-17T10:05:38.621" v="307" actId="20577"/>
          <ac:spMkLst>
            <pc:docMk/>
            <pc:sldMk cId="3505952789" sldId="258"/>
            <ac:spMk id="2" creationId="{C7A5D019-96A4-4D1E-AFB5-09D65C86E12D}"/>
          </ac:spMkLst>
        </pc:spChg>
        <pc:spChg chg="add del mod">
          <ac:chgData name="Guest User" userId="S::urn:spo:tenantanon#06f1b89f-07e8-464f-b408-ec1b45703f31::" providerId="AD" clId="Web-{AD1ABDCA-31EA-DBDA-8145-AB70799060F2}" dt="2026-06-17T08:52:42.676" v="4"/>
          <ac:spMkLst>
            <pc:docMk/>
            <pc:sldMk cId="3505952789" sldId="258"/>
            <ac:spMk id="3" creationId="{09558CAC-AF63-7229-4D23-0B390603E276}"/>
          </ac:spMkLst>
        </pc:spChg>
        <pc:spChg chg="add mod">
          <ac:chgData name="Guest User" userId="S::urn:spo:tenantanon#06f1b89f-07e8-464f-b408-ec1b45703f31::" providerId="AD" clId="Web-{AD1ABDCA-31EA-DBDA-8145-AB70799060F2}" dt="2026-06-17T08:57:37.562" v="47" actId="1076"/>
          <ac:spMkLst>
            <pc:docMk/>
            <pc:sldMk cId="3505952789" sldId="258"/>
            <ac:spMk id="8" creationId="{23C0DD76-B204-E2A2-8033-26E1443A2BDF}"/>
          </ac:spMkLst>
        </pc:spChg>
        <pc:spChg chg="add mod">
          <ac:chgData name="Guest User" userId="S::urn:spo:tenantanon#06f1b89f-07e8-464f-b408-ec1b45703f31::" providerId="AD" clId="Web-{AD1ABDCA-31EA-DBDA-8145-AB70799060F2}" dt="2026-06-17T09:18:21.718" v="188" actId="1076"/>
          <ac:spMkLst>
            <pc:docMk/>
            <pc:sldMk cId="3505952789" sldId="258"/>
            <ac:spMk id="9" creationId="{131BE43C-F605-F2B8-821E-DDE8EB5CE985}"/>
          </ac:spMkLst>
        </pc:spChg>
        <pc:spChg chg="add mod">
          <ac:chgData name="Guest User" userId="S::urn:spo:tenantanon#06f1b89f-07e8-464f-b408-ec1b45703f31::" providerId="AD" clId="Web-{AD1ABDCA-31EA-DBDA-8145-AB70799060F2}" dt="2026-06-17T08:59:38.817" v="78" actId="1076"/>
          <ac:spMkLst>
            <pc:docMk/>
            <pc:sldMk cId="3505952789" sldId="258"/>
            <ac:spMk id="10" creationId="{051749BB-1E64-A61C-0FFC-1777FF459E0B}"/>
          </ac:spMkLst>
        </pc:spChg>
        <pc:spChg chg="add mod">
          <ac:chgData name="Guest User" userId="S::urn:spo:tenantanon#06f1b89f-07e8-464f-b408-ec1b45703f31::" providerId="AD" clId="Web-{AD1ABDCA-31EA-DBDA-8145-AB70799060F2}" dt="2026-06-17T09:18:13.467" v="181" actId="1076"/>
          <ac:spMkLst>
            <pc:docMk/>
            <pc:sldMk cId="3505952789" sldId="258"/>
            <ac:spMk id="14" creationId="{12F10154-44A2-0C33-93D7-C3BDF3D5B54D}"/>
          </ac:spMkLst>
        </pc:spChg>
        <pc:spChg chg="add mod">
          <ac:chgData name="Guest User" userId="S::urn:spo:tenantanon#06f1b89f-07e8-464f-b408-ec1b45703f31::" providerId="AD" clId="Web-{AD1ABDCA-31EA-DBDA-8145-AB70799060F2}" dt="2026-06-17T09:18:13.483" v="182" actId="1076"/>
          <ac:spMkLst>
            <pc:docMk/>
            <pc:sldMk cId="3505952789" sldId="258"/>
            <ac:spMk id="15" creationId="{93ABAB61-1FEB-32C4-5709-9CEF13A5CDF1}"/>
          </ac:spMkLst>
        </pc:spChg>
        <pc:spChg chg="add mod">
          <ac:chgData name="Guest User" userId="S::urn:spo:tenantanon#06f1b89f-07e8-464f-b408-ec1b45703f31::" providerId="AD" clId="Web-{AD1ABDCA-31EA-DBDA-8145-AB70799060F2}" dt="2026-06-17T09:18:13.514" v="185" actId="1076"/>
          <ac:spMkLst>
            <pc:docMk/>
            <pc:sldMk cId="3505952789" sldId="258"/>
            <ac:spMk id="20" creationId="{1F085A18-6AC9-F62B-812B-5F3BF84B4022}"/>
          </ac:spMkLst>
        </pc:spChg>
        <pc:picChg chg="add del mod">
          <ac:chgData name="Guest User" userId="S::urn:spo:tenantanon#06f1b89f-07e8-464f-b408-ec1b45703f31::" providerId="AD" clId="Web-{AD1ABDCA-31EA-DBDA-8145-AB70799060F2}" dt="2026-06-17T08:53:20.599" v="11"/>
          <ac:picMkLst>
            <pc:docMk/>
            <pc:sldMk cId="3505952789" sldId="258"/>
            <ac:picMk id="4" creationId="{5C28EFBF-CCF3-745D-A0D3-D8E8BF636E87}"/>
          </ac:picMkLst>
        </pc:picChg>
        <pc:picChg chg="add mod">
          <ac:chgData name="Guest User" userId="S::urn:spo:tenantanon#06f1b89f-07e8-464f-b408-ec1b45703f31::" providerId="AD" clId="Web-{AD1ABDCA-31EA-DBDA-8145-AB70799060F2}" dt="2026-06-17T08:57:37.546" v="46" actId="1076"/>
          <ac:picMkLst>
            <pc:docMk/>
            <pc:sldMk cId="3505952789" sldId="258"/>
            <ac:picMk id="5" creationId="{60C3FD00-7C6F-D0FA-88FA-8B18401D1E6F}"/>
          </ac:picMkLst>
        </pc:picChg>
        <pc:picChg chg="add mod">
          <ac:chgData name="Guest User" userId="S::urn:spo:tenantanon#06f1b89f-07e8-464f-b408-ec1b45703f31::" providerId="AD" clId="Web-{AD1ABDCA-31EA-DBDA-8145-AB70799060F2}" dt="2026-06-17T09:18:13.467" v="180" actId="1076"/>
          <ac:picMkLst>
            <pc:docMk/>
            <pc:sldMk cId="3505952789" sldId="258"/>
            <ac:picMk id="11" creationId="{B7ACD0D6-6289-254D-FEFF-2AA18EDA456D}"/>
          </ac:picMkLst>
        </pc:picChg>
        <pc:picChg chg="add del mod">
          <ac:chgData name="Guest User" userId="S::urn:spo:tenantanon#06f1b89f-07e8-464f-b408-ec1b45703f31::" providerId="AD" clId="Web-{AD1ABDCA-31EA-DBDA-8145-AB70799060F2}" dt="2026-06-17T09:05:17.751" v="86"/>
          <ac:picMkLst>
            <pc:docMk/>
            <pc:sldMk cId="3505952789" sldId="258"/>
            <ac:picMk id="12" creationId="{52357577-A678-D263-1A6C-05E193BD28C8}"/>
          </ac:picMkLst>
        </pc:picChg>
        <pc:picChg chg="add del mod">
          <ac:chgData name="Guest User" userId="S::urn:spo:tenantanon#06f1b89f-07e8-464f-b408-ec1b45703f31::" providerId="AD" clId="Web-{AD1ABDCA-31EA-DBDA-8145-AB70799060F2}" dt="2026-06-17T09:05:22.829" v="88"/>
          <ac:picMkLst>
            <pc:docMk/>
            <pc:sldMk cId="3505952789" sldId="258"/>
            <ac:picMk id="13" creationId="{06F7F47D-F3CD-6494-F762-413F4C7E2434}"/>
          </ac:picMkLst>
        </pc:picChg>
        <pc:picChg chg="add del mod">
          <ac:chgData name="Guest User" userId="S::urn:spo:tenantanon#06f1b89f-07e8-464f-b408-ec1b45703f31::" providerId="AD" clId="Web-{AD1ABDCA-31EA-DBDA-8145-AB70799060F2}" dt="2026-06-17T09:11:44.453" v="118"/>
          <ac:picMkLst>
            <pc:docMk/>
            <pc:sldMk cId="3505952789" sldId="258"/>
            <ac:picMk id="16" creationId="{0E545A57-FE18-CA32-5172-3B3E34B9FDF8}"/>
          </ac:picMkLst>
        </pc:picChg>
        <pc:picChg chg="add del mod">
          <ac:chgData name="Guest User" userId="S::urn:spo:tenantanon#06f1b89f-07e8-464f-b408-ec1b45703f31::" providerId="AD" clId="Web-{AD1ABDCA-31EA-DBDA-8145-AB70799060F2}" dt="2026-06-17T09:14:07.427" v="128"/>
          <ac:picMkLst>
            <pc:docMk/>
            <pc:sldMk cId="3505952789" sldId="258"/>
            <ac:picMk id="17" creationId="{F31CC8B7-DE90-7AB9-544E-2388269752E8}"/>
          </ac:picMkLst>
        </pc:picChg>
        <pc:picChg chg="add mod modCrop">
          <ac:chgData name="Guest User" userId="S::urn:spo:tenantanon#06f1b89f-07e8-464f-b408-ec1b45703f31::" providerId="AD" clId="Web-{AD1ABDCA-31EA-DBDA-8145-AB70799060F2}" dt="2026-06-17T09:18:16.796" v="186" actId="1076"/>
          <ac:picMkLst>
            <pc:docMk/>
            <pc:sldMk cId="3505952789" sldId="258"/>
            <ac:picMk id="18" creationId="{3ACCDF04-24B5-5352-0C87-D30AB9AC3B07}"/>
          </ac:picMkLst>
        </pc:picChg>
        <pc:picChg chg="add mod modCrop">
          <ac:chgData name="Guest User" userId="S::urn:spo:tenantanon#06f1b89f-07e8-464f-b408-ec1b45703f31::" providerId="AD" clId="Web-{AD1ABDCA-31EA-DBDA-8145-AB70799060F2}" dt="2026-06-17T09:18:16.796" v="187" actId="1076"/>
          <ac:picMkLst>
            <pc:docMk/>
            <pc:sldMk cId="3505952789" sldId="258"/>
            <ac:picMk id="19" creationId="{B63592B1-E7FC-C899-4525-255D7CAAC827}"/>
          </ac:picMkLst>
        </pc:picChg>
      </pc:sldChg>
      <pc:sldChg chg="addSp delSp modSp ord">
        <pc:chgData name="Guest User" userId="S::urn:spo:tenantanon#06f1b89f-07e8-464f-b408-ec1b45703f31::" providerId="AD" clId="Web-{AD1ABDCA-31EA-DBDA-8145-AB70799060F2}" dt="2026-06-17T10:05:16.010" v="306" actId="1076"/>
        <pc:sldMkLst>
          <pc:docMk/>
          <pc:sldMk cId="2896132815" sldId="269"/>
        </pc:sldMkLst>
        <pc:spChg chg="del">
          <ac:chgData name="Guest User" userId="S::urn:spo:tenantanon#06f1b89f-07e8-464f-b408-ec1b45703f31::" providerId="AD" clId="Web-{AD1ABDCA-31EA-DBDA-8145-AB70799060F2}" dt="2026-06-17T09:18:27.952" v="189"/>
          <ac:spMkLst>
            <pc:docMk/>
            <pc:sldMk cId="2896132815" sldId="269"/>
            <ac:spMk id="3" creationId="{E88C748E-2292-88D8-A72B-09FF822F23E2}"/>
          </ac:spMkLst>
        </pc:spChg>
        <pc:spChg chg="add mod">
          <ac:chgData name="Guest User" userId="S::urn:spo:tenantanon#06f1b89f-07e8-464f-b408-ec1b45703f31::" providerId="AD" clId="Web-{AD1ABDCA-31EA-DBDA-8145-AB70799060F2}" dt="2026-06-17T09:34:49.458" v="215" actId="1076"/>
          <ac:spMkLst>
            <pc:docMk/>
            <pc:sldMk cId="2896132815" sldId="269"/>
            <ac:spMk id="7" creationId="{4461F584-1E39-5B61-B83D-0B1B312123E3}"/>
          </ac:spMkLst>
        </pc:spChg>
        <pc:spChg chg="add mod">
          <ac:chgData name="Guest User" userId="S::urn:spo:tenantanon#06f1b89f-07e8-464f-b408-ec1b45703f31::" providerId="AD" clId="Web-{AD1ABDCA-31EA-DBDA-8145-AB70799060F2}" dt="2026-06-17T09:35:53.257" v="227" actId="1076"/>
          <ac:spMkLst>
            <pc:docMk/>
            <pc:sldMk cId="2896132815" sldId="269"/>
            <ac:spMk id="11" creationId="{9ED7BF4C-DF35-F658-4DA6-ABFC95494F42}"/>
          </ac:spMkLst>
        </pc:spChg>
        <pc:spChg chg="add del">
          <ac:chgData name="Guest User" userId="S::urn:spo:tenantanon#06f1b89f-07e8-464f-b408-ec1b45703f31::" providerId="AD" clId="Web-{AD1ABDCA-31EA-DBDA-8145-AB70799060F2}" dt="2026-06-17T09:36:14.070" v="231"/>
          <ac:spMkLst>
            <pc:docMk/>
            <pc:sldMk cId="2896132815" sldId="269"/>
            <ac:spMk id="13" creationId="{702D0CD0-63B7-4C33-6121-B8DD3B474DB5}"/>
          </ac:spMkLst>
        </pc:spChg>
        <pc:spChg chg="add mod">
          <ac:chgData name="Guest User" userId="S::urn:spo:tenantanon#06f1b89f-07e8-464f-b408-ec1b45703f31::" providerId="AD" clId="Web-{AD1ABDCA-31EA-DBDA-8145-AB70799060F2}" dt="2026-06-17T10:01:03.811" v="303" actId="20577"/>
          <ac:spMkLst>
            <pc:docMk/>
            <pc:sldMk cId="2896132815" sldId="269"/>
            <ac:spMk id="14" creationId="{383E43D1-48C4-F41F-24B9-28EF96C5EEF0}"/>
          </ac:spMkLst>
        </pc:spChg>
        <pc:spChg chg="add mod">
          <ac:chgData name="Guest User" userId="S::urn:spo:tenantanon#06f1b89f-07e8-464f-b408-ec1b45703f31::" providerId="AD" clId="Web-{AD1ABDCA-31EA-DBDA-8145-AB70799060F2}" dt="2026-06-17T09:58:12.959" v="275" actId="1076"/>
          <ac:spMkLst>
            <pc:docMk/>
            <pc:sldMk cId="2896132815" sldId="269"/>
            <ac:spMk id="15" creationId="{FB403E96-8A2D-965C-DB15-4158C132E9B2}"/>
          </ac:spMkLst>
        </pc:spChg>
        <pc:picChg chg="add del mod">
          <ac:chgData name="Guest User" userId="S::urn:spo:tenantanon#06f1b89f-07e8-464f-b408-ec1b45703f31::" providerId="AD" clId="Web-{AD1ABDCA-31EA-DBDA-8145-AB70799060F2}" dt="2026-06-17T09:58:03.474" v="274"/>
          <ac:picMkLst>
            <pc:docMk/>
            <pc:sldMk cId="2896132815" sldId="269"/>
            <ac:picMk id="3" creationId="{14D85674-64B5-B897-E348-5C3B42057B79}"/>
          </ac:picMkLst>
        </pc:picChg>
        <pc:picChg chg="add mod">
          <ac:chgData name="Guest User" userId="S::urn:spo:tenantanon#06f1b89f-07e8-464f-b408-ec1b45703f31::" providerId="AD" clId="Web-{AD1ABDCA-31EA-DBDA-8145-AB70799060F2}" dt="2026-06-17T09:35:20.115" v="222" actId="1076"/>
          <ac:picMkLst>
            <pc:docMk/>
            <pc:sldMk cId="2896132815" sldId="269"/>
            <ac:picMk id="4" creationId="{B73531C3-F03F-3199-74EF-CF2A9AA60BEA}"/>
          </ac:picMkLst>
        </pc:picChg>
        <pc:picChg chg="add mod">
          <ac:chgData name="Guest User" userId="S::urn:spo:tenantanon#06f1b89f-07e8-464f-b408-ec1b45703f31::" providerId="AD" clId="Web-{AD1ABDCA-31EA-DBDA-8145-AB70799060F2}" dt="2026-06-17T10:05:16.010" v="306" actId="1076"/>
          <ac:picMkLst>
            <pc:docMk/>
            <pc:sldMk cId="2896132815" sldId="269"/>
            <ac:picMk id="8" creationId="{DB67C4FD-1AB6-CFCC-EC11-098DF57648B1}"/>
          </ac:picMkLst>
        </pc:picChg>
        <pc:picChg chg="add del mod">
          <ac:chgData name="Guest User" userId="S::urn:spo:tenantanon#06f1b89f-07e8-464f-b408-ec1b45703f31::" providerId="AD" clId="Web-{AD1ABDCA-31EA-DBDA-8145-AB70799060F2}" dt="2026-06-17T09:35:38.241" v="224"/>
          <ac:picMkLst>
            <pc:docMk/>
            <pc:sldMk cId="2896132815" sldId="269"/>
            <ac:picMk id="9" creationId="{B6442F8D-660C-458A-A277-8A59C32C2E7E}"/>
          </ac:picMkLst>
        </pc:picChg>
      </pc:sldChg>
      <pc:sldChg chg="addSp delSp modSp add replId">
        <pc:chgData name="Guest User" userId="S::urn:spo:tenantanon#06f1b89f-07e8-464f-b408-ec1b45703f31::" providerId="AD" clId="Web-{AD1ABDCA-31EA-DBDA-8145-AB70799060F2}" dt="2026-06-17T10:07:43.017" v="323" actId="1076"/>
        <pc:sldMkLst>
          <pc:docMk/>
          <pc:sldMk cId="2469511475" sldId="270"/>
        </pc:sldMkLst>
        <pc:spChg chg="del">
          <ac:chgData name="Guest User" userId="S::urn:spo:tenantanon#06f1b89f-07e8-464f-b408-ec1b45703f31::" providerId="AD" clId="Web-{AD1ABDCA-31EA-DBDA-8145-AB70799060F2}" dt="2026-06-17T09:58:39.726" v="283"/>
          <ac:spMkLst>
            <pc:docMk/>
            <pc:sldMk cId="2469511475" sldId="270"/>
            <ac:spMk id="7" creationId="{5FFAD15B-06CE-3DD5-61C0-65CF285FBE23}"/>
          </ac:spMkLst>
        </pc:spChg>
        <pc:spChg chg="del">
          <ac:chgData name="Guest User" userId="S::urn:spo:tenantanon#06f1b89f-07e8-464f-b408-ec1b45703f31::" providerId="AD" clId="Web-{AD1ABDCA-31EA-DBDA-8145-AB70799060F2}" dt="2026-06-17T09:58:39.726" v="281"/>
          <ac:spMkLst>
            <pc:docMk/>
            <pc:sldMk cId="2469511475" sldId="270"/>
            <ac:spMk id="11" creationId="{5B51C813-2DDE-7A20-792E-0F760C185552}"/>
          </ac:spMkLst>
        </pc:spChg>
        <pc:spChg chg="mod">
          <ac:chgData name="Guest User" userId="S::urn:spo:tenantanon#06f1b89f-07e8-464f-b408-ec1b45703f31::" providerId="AD" clId="Web-{AD1ABDCA-31EA-DBDA-8145-AB70799060F2}" dt="2026-06-17T10:07:43.002" v="322" actId="1076"/>
          <ac:spMkLst>
            <pc:docMk/>
            <pc:sldMk cId="2469511475" sldId="270"/>
            <ac:spMk id="14" creationId="{A7E2DE68-3D90-7EE3-FEF4-11E6AB184F33}"/>
          </ac:spMkLst>
        </pc:spChg>
        <pc:spChg chg="mod">
          <ac:chgData name="Guest User" userId="S::urn:spo:tenantanon#06f1b89f-07e8-464f-b408-ec1b45703f31::" providerId="AD" clId="Web-{AD1ABDCA-31EA-DBDA-8145-AB70799060F2}" dt="2026-06-17T10:07:43.017" v="323" actId="1076"/>
          <ac:spMkLst>
            <pc:docMk/>
            <pc:sldMk cId="2469511475" sldId="270"/>
            <ac:spMk id="15" creationId="{CCD2D808-2AC1-E5FB-8B7A-140EAF14E6A2}"/>
          </ac:spMkLst>
        </pc:spChg>
        <pc:picChg chg="add del mod">
          <ac:chgData name="Guest User" userId="S::urn:spo:tenantanon#06f1b89f-07e8-464f-b408-ec1b45703f31::" providerId="AD" clId="Web-{AD1ABDCA-31EA-DBDA-8145-AB70799060F2}" dt="2026-06-17T10:05:51.481" v="308"/>
          <ac:picMkLst>
            <pc:docMk/>
            <pc:sldMk cId="2469511475" sldId="270"/>
            <ac:picMk id="3" creationId="{20A2486D-C439-766C-E8B3-ABB7BA887632}"/>
          </ac:picMkLst>
        </pc:picChg>
        <pc:picChg chg="del">
          <ac:chgData name="Guest User" userId="S::urn:spo:tenantanon#06f1b89f-07e8-464f-b408-ec1b45703f31::" providerId="AD" clId="Web-{AD1ABDCA-31EA-DBDA-8145-AB70799060F2}" dt="2026-06-17T09:58:39.726" v="284"/>
          <ac:picMkLst>
            <pc:docMk/>
            <pc:sldMk cId="2469511475" sldId="270"/>
            <ac:picMk id="4" creationId="{0E3A64C0-76E5-1A87-5018-9B653C0F7E2A}"/>
          </ac:picMkLst>
        </pc:picChg>
        <pc:picChg chg="add mod modCrop">
          <ac:chgData name="Guest User" userId="S::urn:spo:tenantanon#06f1b89f-07e8-464f-b408-ec1b45703f31::" providerId="AD" clId="Web-{AD1ABDCA-31EA-DBDA-8145-AB70799060F2}" dt="2026-06-17T10:07:36.751" v="321" actId="14100"/>
          <ac:picMkLst>
            <pc:docMk/>
            <pc:sldMk cId="2469511475" sldId="270"/>
            <ac:picMk id="5" creationId="{047DEE49-403A-FE01-C34F-D9671537F3FF}"/>
          </ac:picMkLst>
        </pc:picChg>
        <pc:picChg chg="del">
          <ac:chgData name="Guest User" userId="S::urn:spo:tenantanon#06f1b89f-07e8-464f-b408-ec1b45703f31::" providerId="AD" clId="Web-{AD1ABDCA-31EA-DBDA-8145-AB70799060F2}" dt="2026-06-17T09:58:39.726" v="282"/>
          <ac:picMkLst>
            <pc:docMk/>
            <pc:sldMk cId="2469511475" sldId="270"/>
            <ac:picMk id="8" creationId="{9BBBA352-F376-769F-9873-58FFE473D1EA}"/>
          </ac:picMkLst>
        </pc:picChg>
      </pc:sldChg>
    </pc:docChg>
  </pc:docChgLst>
  <pc:docChgLst>
    <pc:chgData name="Guest User" userId="S::urn:spo:tenantanon#06f1b89f-07e8-464f-b408-ec1b45703f31::" providerId="AD" clId="Web-{40F3F490-D73F-D29A-699A-28A6E768F915}"/>
    <pc:docChg chg="addSld modSld">
      <pc:chgData name="Guest User" userId="S::urn:spo:tenantanon#06f1b89f-07e8-464f-b408-ec1b45703f31::" providerId="AD" clId="Web-{40F3F490-D73F-D29A-699A-28A6E768F915}" dt="2026-06-17T08:47:43.905" v="50"/>
      <pc:docMkLst>
        <pc:docMk/>
      </pc:docMkLst>
      <pc:sldChg chg="delSp modSp">
        <pc:chgData name="Guest User" userId="S::urn:spo:tenantanon#06f1b89f-07e8-464f-b408-ec1b45703f31::" providerId="AD" clId="Web-{40F3F490-D73F-D29A-699A-28A6E768F915}" dt="2026-06-17T08:47:43.905" v="50"/>
        <pc:sldMkLst>
          <pc:docMk/>
          <pc:sldMk cId="3505952789" sldId="258"/>
        </pc:sldMkLst>
        <pc:spChg chg="mod">
          <ac:chgData name="Guest User" userId="S::urn:spo:tenantanon#06f1b89f-07e8-464f-b408-ec1b45703f31::" providerId="AD" clId="Web-{40F3F490-D73F-D29A-699A-28A6E768F915}" dt="2026-06-17T08:47:09.889" v="36" actId="20577"/>
          <ac:spMkLst>
            <pc:docMk/>
            <pc:sldMk cId="3505952789" sldId="258"/>
            <ac:spMk id="2" creationId="{C7A5D019-96A4-4D1E-AFB5-09D65C86E12D}"/>
          </ac:spMkLst>
        </pc:spChg>
        <pc:spChg chg="del">
          <ac:chgData name="Guest User" userId="S::urn:spo:tenantanon#06f1b89f-07e8-464f-b408-ec1b45703f31::" providerId="AD" clId="Web-{40F3F490-D73F-D29A-699A-28A6E768F915}" dt="2026-06-17T08:47:43.905" v="50"/>
          <ac:spMkLst>
            <pc:docMk/>
            <pc:sldMk cId="3505952789" sldId="258"/>
            <ac:spMk id="3" creationId="{A5726603-7893-4AE0-9532-68058044B69D}"/>
          </ac:spMkLst>
        </pc:spChg>
      </pc:sldChg>
      <pc:sldChg chg="modSp">
        <pc:chgData name="Guest User" userId="S::urn:spo:tenantanon#06f1b89f-07e8-464f-b408-ec1b45703f31::" providerId="AD" clId="Web-{40F3F490-D73F-D29A-699A-28A6E768F915}" dt="2026-06-17T08:47:26.092" v="43" actId="20577"/>
        <pc:sldMkLst>
          <pc:docMk/>
          <pc:sldMk cId="221433772" sldId="260"/>
        </pc:sldMkLst>
        <pc:spChg chg="mod">
          <ac:chgData name="Guest User" userId="S::urn:spo:tenantanon#06f1b89f-07e8-464f-b408-ec1b45703f31::" providerId="AD" clId="Web-{40F3F490-D73F-D29A-699A-28A6E768F915}" dt="2026-06-17T08:47:26.092" v="43" actId="20577"/>
          <ac:spMkLst>
            <pc:docMk/>
            <pc:sldMk cId="221433772" sldId="260"/>
            <ac:spMk id="3" creationId="{3573E091-9DCD-4DE7-96D1-A93E44E0F5B9}"/>
          </ac:spMkLst>
        </pc:spChg>
      </pc:sldChg>
      <pc:sldChg chg="modSp add replId">
        <pc:chgData name="Guest User" userId="S::urn:spo:tenantanon#06f1b89f-07e8-464f-b408-ec1b45703f31::" providerId="AD" clId="Web-{40F3F490-D73F-D29A-699A-28A6E768F915}" dt="2026-06-17T08:47:36.796" v="49" actId="20577"/>
        <pc:sldMkLst>
          <pc:docMk/>
          <pc:sldMk cId="2896132815" sldId="269"/>
        </pc:sldMkLst>
        <pc:spChg chg="mod">
          <ac:chgData name="Guest User" userId="S::urn:spo:tenantanon#06f1b89f-07e8-464f-b408-ec1b45703f31::" providerId="AD" clId="Web-{40F3F490-D73F-D29A-699A-28A6E768F915}" dt="2026-06-17T08:47:36.796" v="49" actId="20577"/>
          <ac:spMkLst>
            <pc:docMk/>
            <pc:sldMk cId="2896132815" sldId="269"/>
            <ac:spMk id="2" creationId="{5EBBBA5B-F8AC-0898-A012-6AAA0F114A7B}"/>
          </ac:spMkLst>
        </pc:spChg>
      </pc:sldChg>
    </pc:docChg>
  </pc:docChgLst>
  <pc:docChgLst>
    <pc:chgData name="Le Trung Dung 20235489" userId="d4d7d2cc-564b-40f9-9c9a-4d8a8536baf5" providerId="ADAL" clId="{C5B10DC0-649C-4859-BA05-A041161D51D5}"/>
    <pc:docChg chg="undo custSel addSld delSld modSld sldOrd addSection modSection">
      <pc:chgData name="Le Trung Dung 20235489" userId="d4d7d2cc-564b-40f9-9c9a-4d8a8536baf5" providerId="ADAL" clId="{C5B10DC0-649C-4859-BA05-A041161D51D5}" dt="2026-06-17T14:00:56.885" v="539" actId="20577"/>
      <pc:docMkLst>
        <pc:docMk/>
      </pc:docMkLst>
      <pc:sldChg chg="del">
        <pc:chgData name="Le Trung Dung 20235489" userId="d4d7d2cc-564b-40f9-9c9a-4d8a8536baf5" providerId="ADAL" clId="{C5B10DC0-649C-4859-BA05-A041161D51D5}" dt="2026-06-17T13:27:24.707" v="119" actId="2696"/>
        <pc:sldMkLst>
          <pc:docMk/>
          <pc:sldMk cId="1234004128" sldId="256"/>
        </pc:sldMkLst>
      </pc:sldChg>
      <pc:sldChg chg="del">
        <pc:chgData name="Le Trung Dung 20235489" userId="d4d7d2cc-564b-40f9-9c9a-4d8a8536baf5" providerId="ADAL" clId="{C5B10DC0-649C-4859-BA05-A041161D51D5}" dt="2026-06-17T13:27:29.876" v="120" actId="2696"/>
        <pc:sldMkLst>
          <pc:docMk/>
          <pc:sldMk cId="2066355306" sldId="259"/>
        </pc:sldMkLst>
      </pc:sldChg>
      <pc:sldChg chg="ord">
        <pc:chgData name="Le Trung Dung 20235489" userId="d4d7d2cc-564b-40f9-9c9a-4d8a8536baf5" providerId="ADAL" clId="{C5B10DC0-649C-4859-BA05-A041161D51D5}" dt="2026-06-17T13:22:28.424" v="112"/>
        <pc:sldMkLst>
          <pc:docMk/>
          <pc:sldMk cId="2790627162" sldId="262"/>
        </pc:sldMkLst>
      </pc:sldChg>
      <pc:sldChg chg="del">
        <pc:chgData name="Le Trung Dung 20235489" userId="d4d7d2cc-564b-40f9-9c9a-4d8a8536baf5" providerId="ADAL" clId="{C5B10DC0-649C-4859-BA05-A041161D51D5}" dt="2026-06-17T13:22:34.206" v="114" actId="2696"/>
        <pc:sldMkLst>
          <pc:docMk/>
          <pc:sldMk cId="485500544" sldId="263"/>
        </pc:sldMkLst>
      </pc:sldChg>
      <pc:sldChg chg="del">
        <pc:chgData name="Le Trung Dung 20235489" userId="d4d7d2cc-564b-40f9-9c9a-4d8a8536baf5" providerId="ADAL" clId="{C5B10DC0-649C-4859-BA05-A041161D51D5}" dt="2026-06-17T13:22:32.402" v="113" actId="2696"/>
        <pc:sldMkLst>
          <pc:docMk/>
          <pc:sldMk cId="2287700220" sldId="264"/>
        </pc:sldMkLst>
      </pc:sldChg>
      <pc:sldChg chg="delSp modSp mod">
        <pc:chgData name="Le Trung Dung 20235489" userId="d4d7d2cc-564b-40f9-9c9a-4d8a8536baf5" providerId="ADAL" clId="{C5B10DC0-649C-4859-BA05-A041161D51D5}" dt="2026-06-17T13:44:50.755" v="266" actId="20577"/>
        <pc:sldMkLst>
          <pc:docMk/>
          <pc:sldMk cId="2775781422" sldId="272"/>
        </pc:sldMkLst>
        <pc:spChg chg="mod">
          <ac:chgData name="Le Trung Dung 20235489" userId="d4d7d2cc-564b-40f9-9c9a-4d8a8536baf5" providerId="ADAL" clId="{C5B10DC0-649C-4859-BA05-A041161D51D5}" dt="2026-06-17T13:40:01.650" v="158" actId="20577"/>
          <ac:spMkLst>
            <pc:docMk/>
            <pc:sldMk cId="2775781422" sldId="272"/>
            <ac:spMk id="6" creationId="{6AA193D4-FD3D-E7F3-CB2C-5C82C91A5D43}"/>
          </ac:spMkLst>
        </pc:spChg>
        <pc:spChg chg="mod">
          <ac:chgData name="Le Trung Dung 20235489" userId="d4d7d2cc-564b-40f9-9c9a-4d8a8536baf5" providerId="ADAL" clId="{C5B10DC0-649C-4859-BA05-A041161D51D5}" dt="2026-06-17T13:44:50.755" v="266" actId="20577"/>
          <ac:spMkLst>
            <pc:docMk/>
            <pc:sldMk cId="2775781422" sldId="272"/>
            <ac:spMk id="10" creationId="{0D566E9A-8AFA-E568-4A47-51C473637F4C}"/>
          </ac:spMkLst>
        </pc:spChg>
        <pc:picChg chg="del mod">
          <ac:chgData name="Le Trung Dung 20235489" userId="d4d7d2cc-564b-40f9-9c9a-4d8a8536baf5" providerId="ADAL" clId="{C5B10DC0-649C-4859-BA05-A041161D51D5}" dt="2026-06-17T13:40:04.644" v="159" actId="478"/>
          <ac:picMkLst>
            <pc:docMk/>
            <pc:sldMk cId="2775781422" sldId="272"/>
            <ac:picMk id="9" creationId="{19FF7D97-39DE-3268-DEE5-C39026BC78A8}"/>
          </ac:picMkLst>
        </pc:picChg>
        <pc:picChg chg="del mod">
          <ac:chgData name="Le Trung Dung 20235489" userId="d4d7d2cc-564b-40f9-9c9a-4d8a8536baf5" providerId="ADAL" clId="{C5B10DC0-649C-4859-BA05-A041161D51D5}" dt="2026-06-17T13:41:47.963" v="204" actId="478"/>
          <ac:picMkLst>
            <pc:docMk/>
            <pc:sldMk cId="2775781422" sldId="272"/>
            <ac:picMk id="11" creationId="{2453B6FE-57DF-6CC5-4FFD-174CFEA13576}"/>
          </ac:picMkLst>
        </pc:picChg>
        <pc:picChg chg="del mod">
          <ac:chgData name="Le Trung Dung 20235489" userId="d4d7d2cc-564b-40f9-9c9a-4d8a8536baf5" providerId="ADAL" clId="{C5B10DC0-649C-4859-BA05-A041161D51D5}" dt="2026-06-17T13:44:42.538" v="264" actId="478"/>
          <ac:picMkLst>
            <pc:docMk/>
            <pc:sldMk cId="2775781422" sldId="272"/>
            <ac:picMk id="12" creationId="{49C40340-7E41-4B72-AB76-7C586395FF1E}"/>
          </ac:picMkLst>
        </pc:picChg>
      </pc:sldChg>
      <pc:sldChg chg="addSp delSp modSp mod">
        <pc:chgData name="Le Trung Dung 20235489" userId="d4d7d2cc-564b-40f9-9c9a-4d8a8536baf5" providerId="ADAL" clId="{C5B10DC0-649C-4859-BA05-A041161D51D5}" dt="2026-06-17T13:46:01.314" v="271" actId="1076"/>
        <pc:sldMkLst>
          <pc:docMk/>
          <pc:sldMk cId="3327167431" sldId="273"/>
        </pc:sldMkLst>
        <pc:spChg chg="add mod">
          <ac:chgData name="Le Trung Dung 20235489" userId="d4d7d2cc-564b-40f9-9c9a-4d8a8536baf5" providerId="ADAL" clId="{C5B10DC0-649C-4859-BA05-A041161D51D5}" dt="2026-06-17T13:46:01.314" v="271" actId="1076"/>
          <ac:spMkLst>
            <pc:docMk/>
            <pc:sldMk cId="3327167431" sldId="273"/>
            <ac:spMk id="10" creationId="{7E6024F5-DC1C-32BD-15CC-01C03C92B528}"/>
          </ac:spMkLst>
        </pc:spChg>
        <pc:picChg chg="del">
          <ac:chgData name="Le Trung Dung 20235489" userId="d4d7d2cc-564b-40f9-9c9a-4d8a8536baf5" providerId="ADAL" clId="{C5B10DC0-649C-4859-BA05-A041161D51D5}" dt="2026-06-17T13:45:43.318" v="267" actId="478"/>
          <ac:picMkLst>
            <pc:docMk/>
            <pc:sldMk cId="3327167431" sldId="273"/>
            <ac:picMk id="3" creationId="{EFB45607-E5BB-7BC7-DC77-55B9E7FD6F0F}"/>
          </ac:picMkLst>
        </pc:picChg>
      </pc:sldChg>
      <pc:sldChg chg="delSp modSp mod">
        <pc:chgData name="Le Trung Dung 20235489" userId="d4d7d2cc-564b-40f9-9c9a-4d8a8536baf5" providerId="ADAL" clId="{C5B10DC0-649C-4859-BA05-A041161D51D5}" dt="2026-06-17T13:53:43.551" v="366" actId="478"/>
        <pc:sldMkLst>
          <pc:docMk/>
          <pc:sldMk cId="2553640855" sldId="274"/>
        </pc:sldMkLst>
        <pc:spChg chg="mod">
          <ac:chgData name="Le Trung Dung 20235489" userId="d4d7d2cc-564b-40f9-9c9a-4d8a8536baf5" providerId="ADAL" clId="{C5B10DC0-649C-4859-BA05-A041161D51D5}" dt="2026-06-17T13:53:30.797" v="365" actId="16959"/>
          <ac:spMkLst>
            <pc:docMk/>
            <pc:sldMk cId="2553640855" sldId="274"/>
            <ac:spMk id="9" creationId="{AB708D2E-5E70-F334-B961-CD08A202CC7C}"/>
          </ac:spMkLst>
        </pc:spChg>
        <pc:picChg chg="del mod">
          <ac:chgData name="Le Trung Dung 20235489" userId="d4d7d2cc-564b-40f9-9c9a-4d8a8536baf5" providerId="ADAL" clId="{C5B10DC0-649C-4859-BA05-A041161D51D5}" dt="2026-06-17T13:53:43.551" v="366" actId="478"/>
          <ac:picMkLst>
            <pc:docMk/>
            <pc:sldMk cId="2553640855" sldId="274"/>
            <ac:picMk id="10" creationId="{AE159659-FA0F-6AAD-048F-1193B8C4E611}"/>
          </ac:picMkLst>
        </pc:picChg>
      </pc:sldChg>
      <pc:sldChg chg="delSp modSp mod">
        <pc:chgData name="Le Trung Dung 20235489" userId="d4d7d2cc-564b-40f9-9c9a-4d8a8536baf5" providerId="ADAL" clId="{C5B10DC0-649C-4859-BA05-A041161D51D5}" dt="2026-06-17T14:00:56.885" v="539" actId="20577"/>
        <pc:sldMkLst>
          <pc:docMk/>
          <pc:sldMk cId="3177135392" sldId="275"/>
        </pc:sldMkLst>
        <pc:spChg chg="del mod">
          <ac:chgData name="Le Trung Dung 20235489" userId="d4d7d2cc-564b-40f9-9c9a-4d8a8536baf5" providerId="ADAL" clId="{C5B10DC0-649C-4859-BA05-A041161D51D5}" dt="2026-06-17T14:00:52.591" v="538" actId="478"/>
          <ac:spMkLst>
            <pc:docMk/>
            <pc:sldMk cId="3177135392" sldId="275"/>
            <ac:spMk id="7" creationId="{44A97E91-D3F0-1B11-73C1-30FAC987424E}"/>
          </ac:spMkLst>
        </pc:spChg>
        <pc:spChg chg="mod">
          <ac:chgData name="Le Trung Dung 20235489" userId="d4d7d2cc-564b-40f9-9c9a-4d8a8536baf5" providerId="ADAL" clId="{C5B10DC0-649C-4859-BA05-A041161D51D5}" dt="2026-06-17T14:00:56.885" v="539" actId="20577"/>
          <ac:spMkLst>
            <pc:docMk/>
            <pc:sldMk cId="3177135392" sldId="275"/>
            <ac:spMk id="9" creationId="{AB708D2E-5E70-F334-B961-CD08A202CC7C}"/>
          </ac:spMkLst>
        </pc:spChg>
        <pc:picChg chg="del mod">
          <ac:chgData name="Le Trung Dung 20235489" userId="d4d7d2cc-564b-40f9-9c9a-4d8a8536baf5" providerId="ADAL" clId="{C5B10DC0-649C-4859-BA05-A041161D51D5}" dt="2026-06-17T14:00:50.007" v="536" actId="478"/>
          <ac:picMkLst>
            <pc:docMk/>
            <pc:sldMk cId="3177135392" sldId="275"/>
            <ac:picMk id="3" creationId="{CE7C8F4C-8122-EDF9-0397-C69D22B13E97}"/>
          </ac:picMkLst>
        </pc:picChg>
        <pc:picChg chg="del mod">
          <ac:chgData name="Le Trung Dung 20235489" userId="d4d7d2cc-564b-40f9-9c9a-4d8a8536baf5" providerId="ADAL" clId="{C5B10DC0-649C-4859-BA05-A041161D51D5}" dt="2026-06-17T14:00:49.195" v="535" actId="478"/>
          <ac:picMkLst>
            <pc:docMk/>
            <pc:sldMk cId="3177135392" sldId="275"/>
            <ac:picMk id="11" creationId="{0CB1A8D7-7C2C-7519-6804-FDA15C79188A}"/>
          </ac:picMkLst>
        </pc:picChg>
      </pc:sldChg>
      <pc:sldChg chg="modSp mod">
        <pc:chgData name="Le Trung Dung 20235489" userId="d4d7d2cc-564b-40f9-9c9a-4d8a8536baf5" providerId="ADAL" clId="{C5B10DC0-649C-4859-BA05-A041161D51D5}" dt="2026-06-17T13:18:19.580" v="15"/>
        <pc:sldMkLst>
          <pc:docMk/>
          <pc:sldMk cId="1930630429" sldId="279"/>
        </pc:sldMkLst>
        <pc:spChg chg="mod">
          <ac:chgData name="Le Trung Dung 20235489" userId="d4d7d2cc-564b-40f9-9c9a-4d8a8536baf5" providerId="ADAL" clId="{C5B10DC0-649C-4859-BA05-A041161D51D5}" dt="2026-06-17T13:18:19.580" v="15"/>
          <ac:spMkLst>
            <pc:docMk/>
            <pc:sldMk cId="1930630429" sldId="279"/>
            <ac:spMk id="3" creationId="{CCBE5483-F9F9-F740-1EED-10C5D3304309}"/>
          </ac:spMkLst>
        </pc:spChg>
      </pc:sldChg>
      <pc:sldChg chg="modSp add mod">
        <pc:chgData name="Le Trung Dung 20235489" userId="d4d7d2cc-564b-40f9-9c9a-4d8a8536baf5" providerId="ADAL" clId="{C5B10DC0-649C-4859-BA05-A041161D51D5}" dt="2026-06-17T13:19:23.776" v="33"/>
        <pc:sldMkLst>
          <pc:docMk/>
          <pc:sldMk cId="1073169251" sldId="280"/>
        </pc:sldMkLst>
        <pc:spChg chg="mod">
          <ac:chgData name="Le Trung Dung 20235489" userId="d4d7d2cc-564b-40f9-9c9a-4d8a8536baf5" providerId="ADAL" clId="{C5B10DC0-649C-4859-BA05-A041161D51D5}" dt="2026-06-17T13:19:23.776" v="33"/>
          <ac:spMkLst>
            <pc:docMk/>
            <pc:sldMk cId="1073169251" sldId="280"/>
            <ac:spMk id="3" creationId="{B01F4B12-381F-AE39-4E3F-423FB5639DBC}"/>
          </ac:spMkLst>
        </pc:spChg>
      </pc:sldChg>
      <pc:sldChg chg="modSp new mod">
        <pc:chgData name="Le Trung Dung 20235489" userId="d4d7d2cc-564b-40f9-9c9a-4d8a8536baf5" providerId="ADAL" clId="{C5B10DC0-649C-4859-BA05-A041161D51D5}" dt="2026-06-17T13:20:19.629" v="93"/>
        <pc:sldMkLst>
          <pc:docMk/>
          <pc:sldMk cId="2593087917" sldId="281"/>
        </pc:sldMkLst>
        <pc:spChg chg="mod">
          <ac:chgData name="Le Trung Dung 20235489" userId="d4d7d2cc-564b-40f9-9c9a-4d8a8536baf5" providerId="ADAL" clId="{C5B10DC0-649C-4859-BA05-A041161D51D5}" dt="2026-06-17T13:19:32.702" v="47" actId="20577"/>
          <ac:spMkLst>
            <pc:docMk/>
            <pc:sldMk cId="2593087917" sldId="281"/>
            <ac:spMk id="2" creationId="{16151874-BA6C-FB6E-1C87-357518925B6D}"/>
          </ac:spMkLst>
        </pc:spChg>
        <pc:spChg chg="mod">
          <ac:chgData name="Le Trung Dung 20235489" userId="d4d7d2cc-564b-40f9-9c9a-4d8a8536baf5" providerId="ADAL" clId="{C5B10DC0-649C-4859-BA05-A041161D51D5}" dt="2026-06-17T13:20:19.629" v="93"/>
          <ac:spMkLst>
            <pc:docMk/>
            <pc:sldMk cId="2593087917" sldId="281"/>
            <ac:spMk id="3" creationId="{6C1BB192-44FA-323B-BB61-11553CC8BD04}"/>
          </ac:spMkLst>
        </pc:spChg>
      </pc:sldChg>
      <pc:sldChg chg="modSp new mod">
        <pc:chgData name="Le Trung Dung 20235489" userId="d4d7d2cc-564b-40f9-9c9a-4d8a8536baf5" providerId="ADAL" clId="{C5B10DC0-649C-4859-BA05-A041161D51D5}" dt="2026-06-17T13:21:36.077" v="110" actId="20577"/>
        <pc:sldMkLst>
          <pc:docMk/>
          <pc:sldMk cId="697999192" sldId="282"/>
        </pc:sldMkLst>
        <pc:spChg chg="mod">
          <ac:chgData name="Le Trung Dung 20235489" userId="d4d7d2cc-564b-40f9-9c9a-4d8a8536baf5" providerId="ADAL" clId="{C5B10DC0-649C-4859-BA05-A041161D51D5}" dt="2026-06-17T13:20:27.836" v="107" actId="20577"/>
          <ac:spMkLst>
            <pc:docMk/>
            <pc:sldMk cId="697999192" sldId="282"/>
            <ac:spMk id="2" creationId="{5EE5A142-EA21-7766-CFD5-BA4AEE55E53C}"/>
          </ac:spMkLst>
        </pc:spChg>
        <pc:spChg chg="mod">
          <ac:chgData name="Le Trung Dung 20235489" userId="d4d7d2cc-564b-40f9-9c9a-4d8a8536baf5" providerId="ADAL" clId="{C5B10DC0-649C-4859-BA05-A041161D51D5}" dt="2026-06-17T13:21:36.077" v="110" actId="20577"/>
          <ac:spMkLst>
            <pc:docMk/>
            <pc:sldMk cId="697999192" sldId="282"/>
            <ac:spMk id="3" creationId="{42A06F54-CD60-2214-3B9A-A16FBAD48EFC}"/>
          </ac:spMkLst>
        </pc:spChg>
      </pc:sldChg>
    </pc:docChg>
  </pc:docChgLst>
  <pc:docChgLst>
    <pc:chgData name="Guest User" userId="S::urn:spo:tenantanon#06f1b89f-07e8-464f-b408-ec1b45703f31::" providerId="AD" clId="Web-{605FAE70-04AF-6F16-8252-24DC931FD371}"/>
    <pc:docChg chg="modSld">
      <pc:chgData name="Guest User" userId="S::urn:spo:tenantanon#06f1b89f-07e8-464f-b408-ec1b45703f31::" providerId="AD" clId="Web-{605FAE70-04AF-6F16-8252-24DC931FD371}" dt="2026-06-17T13:40:20.722" v="4"/>
      <pc:docMkLst>
        <pc:docMk/>
      </pc:docMkLst>
      <pc:sldChg chg="addSp delSp modSp">
        <pc:chgData name="Guest User" userId="S::urn:spo:tenantanon#06f1b89f-07e8-464f-b408-ec1b45703f31::" providerId="AD" clId="Web-{605FAE70-04AF-6F16-8252-24DC931FD371}" dt="2026-06-17T13:40:20.722" v="4"/>
        <pc:sldMkLst>
          <pc:docMk/>
          <pc:sldMk cId="2844954205" sldId="283"/>
        </pc:sldMkLst>
        <pc:spChg chg="add del mod">
          <ac:chgData name="Guest User" userId="S::urn:spo:tenantanon#06f1b89f-07e8-464f-b408-ec1b45703f31::" providerId="AD" clId="Web-{605FAE70-04AF-6F16-8252-24DC931FD371}" dt="2026-06-17T13:40:20.722" v="4"/>
          <ac:spMkLst>
            <pc:docMk/>
            <pc:sldMk cId="2844954205" sldId="283"/>
            <ac:spMk id="3" creationId="{F9DDA9BE-BD61-C4A8-E1DE-FDA543432F39}"/>
          </ac:spMkLst>
        </pc:spChg>
      </pc:sldChg>
    </pc:docChg>
  </pc:docChgLst>
  <pc:docChgLst>
    <pc:chgData name="Pham Thi Ngoc Anh 20235473" userId="d66b8b44-64f6-4c35-aae0-826a08499ad1" providerId="ADAL" clId="{79F3FBA8-EA7F-C045-9997-F79CD5220E95}"/>
    <pc:docChg chg="undo redo custSel addSld delSld modSld addSection modSection">
      <pc:chgData name="Pham Thi Ngoc Anh 20235473" userId="d66b8b44-64f6-4c35-aae0-826a08499ad1" providerId="ADAL" clId="{79F3FBA8-EA7F-C045-9997-F79CD5220E95}" dt="2026-06-17T14:12:31.882" v="956" actId="20577"/>
      <pc:docMkLst>
        <pc:docMk/>
      </pc:docMkLst>
      <pc:sldChg chg="modSp mod">
        <pc:chgData name="Pham Thi Ngoc Anh 20235473" userId="d66b8b44-64f6-4c35-aae0-826a08499ad1" providerId="ADAL" clId="{79F3FBA8-EA7F-C045-9997-F79CD5220E95}" dt="2026-06-17T10:42:08.257" v="414" actId="2710"/>
        <pc:sldMkLst>
          <pc:docMk/>
          <pc:sldMk cId="743172911" sldId="257"/>
        </pc:sldMkLst>
        <pc:spChg chg="mod">
          <ac:chgData name="Pham Thi Ngoc Anh 20235473" userId="d66b8b44-64f6-4c35-aae0-826a08499ad1" providerId="ADAL" clId="{79F3FBA8-EA7F-C045-9997-F79CD5220E95}" dt="2026-06-17T10:42:08.257" v="414" actId="2710"/>
          <ac:spMkLst>
            <pc:docMk/>
            <pc:sldMk cId="743172911" sldId="257"/>
            <ac:spMk id="4" creationId="{72BF49D9-2FCE-4950-8B1C-F580CC18F4C9}"/>
          </ac:spMkLst>
        </pc:spChg>
      </pc:sldChg>
      <pc:sldChg chg="modSp mod">
        <pc:chgData name="Pham Thi Ngoc Anh 20235473" userId="d66b8b44-64f6-4c35-aae0-826a08499ad1" providerId="ADAL" clId="{79F3FBA8-EA7F-C045-9997-F79CD5220E95}" dt="2026-06-17T14:08:54.365" v="910" actId="20577"/>
        <pc:sldMkLst>
          <pc:docMk/>
          <pc:sldMk cId="3505952789" sldId="258"/>
        </pc:sldMkLst>
        <pc:spChg chg="mod">
          <ac:chgData name="Pham Thi Ngoc Anh 20235473" userId="d66b8b44-64f6-4c35-aae0-826a08499ad1" providerId="ADAL" clId="{79F3FBA8-EA7F-C045-9997-F79CD5220E95}" dt="2026-06-17T14:08:54.365" v="910" actId="20577"/>
          <ac:spMkLst>
            <pc:docMk/>
            <pc:sldMk cId="3505952789" sldId="258"/>
            <ac:spMk id="2" creationId="{C7A5D019-96A4-4D1E-AFB5-09D65C86E12D}"/>
          </ac:spMkLst>
        </pc:spChg>
      </pc:sldChg>
      <pc:sldChg chg="modSp mod">
        <pc:chgData name="Pham Thi Ngoc Anh 20235473" userId="d66b8b44-64f6-4c35-aae0-826a08499ad1" providerId="ADAL" clId="{79F3FBA8-EA7F-C045-9997-F79CD5220E95}" dt="2026-06-17T14:12:31.882" v="956" actId="20577"/>
        <pc:sldMkLst>
          <pc:docMk/>
          <pc:sldMk cId="221433772" sldId="260"/>
        </pc:sldMkLst>
        <pc:spChg chg="mod">
          <ac:chgData name="Pham Thi Ngoc Anh 20235473" userId="d66b8b44-64f6-4c35-aae0-826a08499ad1" providerId="ADAL" clId="{79F3FBA8-EA7F-C045-9997-F79CD5220E95}" dt="2026-06-17T14:12:31.882" v="956" actId="20577"/>
          <ac:spMkLst>
            <pc:docMk/>
            <pc:sldMk cId="221433772" sldId="260"/>
            <ac:spMk id="3" creationId="{3573E091-9DCD-4DE7-96D1-A93E44E0F5B9}"/>
          </ac:spMkLst>
        </pc:spChg>
      </pc:sldChg>
      <pc:sldChg chg="del">
        <pc:chgData name="Pham Thi Ngoc Anh 20235473" userId="d66b8b44-64f6-4c35-aae0-826a08499ad1" providerId="ADAL" clId="{79F3FBA8-EA7F-C045-9997-F79CD5220E95}" dt="2026-06-17T13:56:48.772" v="803" actId="2696"/>
        <pc:sldMkLst>
          <pc:docMk/>
          <pc:sldMk cId="3092516354" sldId="265"/>
        </pc:sldMkLst>
      </pc:sldChg>
      <pc:sldChg chg="del">
        <pc:chgData name="Pham Thi Ngoc Anh 20235473" userId="d66b8b44-64f6-4c35-aae0-826a08499ad1" providerId="ADAL" clId="{79F3FBA8-EA7F-C045-9997-F79CD5220E95}" dt="2026-06-17T13:56:48.783" v="806" actId="2696"/>
        <pc:sldMkLst>
          <pc:docMk/>
          <pc:sldMk cId="428433212" sldId="266"/>
        </pc:sldMkLst>
      </pc:sldChg>
      <pc:sldChg chg="del">
        <pc:chgData name="Pham Thi Ngoc Anh 20235473" userId="d66b8b44-64f6-4c35-aae0-826a08499ad1" providerId="ADAL" clId="{79F3FBA8-EA7F-C045-9997-F79CD5220E95}" dt="2026-06-17T13:56:48.774" v="805" actId="2696"/>
        <pc:sldMkLst>
          <pc:docMk/>
          <pc:sldMk cId="3001568464" sldId="267"/>
        </pc:sldMkLst>
      </pc:sldChg>
      <pc:sldChg chg="del">
        <pc:chgData name="Pham Thi Ngoc Anh 20235473" userId="d66b8b44-64f6-4c35-aae0-826a08499ad1" providerId="ADAL" clId="{79F3FBA8-EA7F-C045-9997-F79CD5220E95}" dt="2026-06-17T13:56:48.773" v="804" actId="2696"/>
        <pc:sldMkLst>
          <pc:docMk/>
          <pc:sldMk cId="3594598399" sldId="268"/>
        </pc:sldMkLst>
      </pc:sldChg>
      <pc:sldChg chg="modSp mod">
        <pc:chgData name="Pham Thi Ngoc Anh 20235473" userId="d66b8b44-64f6-4c35-aae0-826a08499ad1" providerId="ADAL" clId="{79F3FBA8-EA7F-C045-9997-F79CD5220E95}" dt="2026-06-17T14:10:52.878" v="931" actId="113"/>
        <pc:sldMkLst>
          <pc:docMk/>
          <pc:sldMk cId="2896132815" sldId="269"/>
        </pc:sldMkLst>
        <pc:spChg chg="mod">
          <ac:chgData name="Pham Thi Ngoc Anh 20235473" userId="d66b8b44-64f6-4c35-aae0-826a08499ad1" providerId="ADAL" clId="{79F3FBA8-EA7F-C045-9997-F79CD5220E95}" dt="2026-06-17T14:08:56.864" v="912" actId="20577"/>
          <ac:spMkLst>
            <pc:docMk/>
            <pc:sldMk cId="2896132815" sldId="269"/>
            <ac:spMk id="2" creationId="{5EBBBA5B-F8AC-0898-A012-6AAA0F114A7B}"/>
          </ac:spMkLst>
        </pc:spChg>
        <pc:spChg chg="mod">
          <ac:chgData name="Pham Thi Ngoc Anh 20235473" userId="d66b8b44-64f6-4c35-aae0-826a08499ad1" providerId="ADAL" clId="{79F3FBA8-EA7F-C045-9997-F79CD5220E95}" dt="2026-06-17T14:10:42.352" v="927" actId="1076"/>
          <ac:spMkLst>
            <pc:docMk/>
            <pc:sldMk cId="2896132815" sldId="269"/>
            <ac:spMk id="14" creationId="{383E43D1-48C4-F41F-24B9-28EF96C5EEF0}"/>
          </ac:spMkLst>
        </pc:spChg>
        <pc:spChg chg="mod">
          <ac:chgData name="Pham Thi Ngoc Anh 20235473" userId="d66b8b44-64f6-4c35-aae0-826a08499ad1" providerId="ADAL" clId="{79F3FBA8-EA7F-C045-9997-F79CD5220E95}" dt="2026-06-17T14:10:52.878" v="931" actId="113"/>
          <ac:spMkLst>
            <pc:docMk/>
            <pc:sldMk cId="2896132815" sldId="269"/>
            <ac:spMk id="15" creationId="{FB403E96-8A2D-965C-DB15-4158C132E9B2}"/>
          </ac:spMkLst>
        </pc:spChg>
      </pc:sldChg>
      <pc:sldChg chg="modSp mod">
        <pc:chgData name="Pham Thi Ngoc Anh 20235473" userId="d66b8b44-64f6-4c35-aae0-826a08499ad1" providerId="ADAL" clId="{79F3FBA8-EA7F-C045-9997-F79CD5220E95}" dt="2026-06-17T14:10:14.020" v="922" actId="113"/>
        <pc:sldMkLst>
          <pc:docMk/>
          <pc:sldMk cId="2469511475" sldId="270"/>
        </pc:sldMkLst>
        <pc:spChg chg="mod">
          <ac:chgData name="Pham Thi Ngoc Anh 20235473" userId="d66b8b44-64f6-4c35-aae0-826a08499ad1" providerId="ADAL" clId="{79F3FBA8-EA7F-C045-9997-F79CD5220E95}" dt="2026-06-17T14:09:00.651" v="914" actId="20577"/>
          <ac:spMkLst>
            <pc:docMk/>
            <pc:sldMk cId="2469511475" sldId="270"/>
            <ac:spMk id="2" creationId="{DDE76A5F-BC83-E27F-19E9-10E18649A6AD}"/>
          </ac:spMkLst>
        </pc:spChg>
        <pc:spChg chg="mod">
          <ac:chgData name="Pham Thi Ngoc Anh 20235473" userId="d66b8b44-64f6-4c35-aae0-826a08499ad1" providerId="ADAL" clId="{79F3FBA8-EA7F-C045-9997-F79CD5220E95}" dt="2026-06-17T14:09:53.834" v="918" actId="1076"/>
          <ac:spMkLst>
            <pc:docMk/>
            <pc:sldMk cId="2469511475" sldId="270"/>
            <ac:spMk id="14" creationId="{A7E2DE68-3D90-7EE3-FEF4-11E6AB184F33}"/>
          </ac:spMkLst>
        </pc:spChg>
        <pc:spChg chg="mod">
          <ac:chgData name="Pham Thi Ngoc Anh 20235473" userId="d66b8b44-64f6-4c35-aae0-826a08499ad1" providerId="ADAL" clId="{79F3FBA8-EA7F-C045-9997-F79CD5220E95}" dt="2026-06-17T14:10:14.020" v="922" actId="113"/>
          <ac:spMkLst>
            <pc:docMk/>
            <pc:sldMk cId="2469511475" sldId="270"/>
            <ac:spMk id="15" creationId="{CCD2D808-2AC1-E5FB-8B7A-140EAF14E6A2}"/>
          </ac:spMkLst>
        </pc:spChg>
      </pc:sldChg>
      <pc:sldChg chg="addSp delSp modSp mod">
        <pc:chgData name="Pham Thi Ngoc Anh 20235473" userId="d66b8b44-64f6-4c35-aae0-826a08499ad1" providerId="ADAL" clId="{79F3FBA8-EA7F-C045-9997-F79CD5220E95}" dt="2026-06-17T14:06:19.204" v="902" actId="2710"/>
        <pc:sldMkLst>
          <pc:docMk/>
          <pc:sldMk cId="2775781422" sldId="272"/>
        </pc:sldMkLst>
        <pc:spChg chg="add del mod">
          <ac:chgData name="Pham Thi Ngoc Anh 20235473" userId="d66b8b44-64f6-4c35-aae0-826a08499ad1" providerId="ADAL" clId="{79F3FBA8-EA7F-C045-9997-F79CD5220E95}" dt="2026-06-17T10:14:59.870" v="3" actId="478"/>
          <ac:spMkLst>
            <pc:docMk/>
            <pc:sldMk cId="2775781422" sldId="272"/>
            <ac:spMk id="3" creationId="{93B9CA5C-53B8-17E7-88EA-90E60DC7544D}"/>
          </ac:spMkLst>
        </pc:spChg>
        <pc:spChg chg="add mod">
          <ac:chgData name="Pham Thi Ngoc Anh 20235473" userId="d66b8b44-64f6-4c35-aae0-826a08499ad1" providerId="ADAL" clId="{79F3FBA8-EA7F-C045-9997-F79CD5220E95}" dt="2026-06-17T10:17:49.056" v="79" actId="1036"/>
          <ac:spMkLst>
            <pc:docMk/>
            <pc:sldMk cId="2775781422" sldId="272"/>
            <ac:spMk id="4" creationId="{42CF36AE-17BD-1DE5-74B6-E4EFCF8501B1}"/>
          </ac:spMkLst>
        </pc:spChg>
        <pc:spChg chg="add mod">
          <ac:chgData name="Pham Thi Ngoc Anh 20235473" userId="d66b8b44-64f6-4c35-aae0-826a08499ad1" providerId="ADAL" clId="{79F3FBA8-EA7F-C045-9997-F79CD5220E95}" dt="2026-06-17T14:05:53.654" v="896" actId="255"/>
          <ac:spMkLst>
            <pc:docMk/>
            <pc:sldMk cId="2775781422" sldId="272"/>
            <ac:spMk id="6" creationId="{6AA193D4-FD3D-E7F3-CB2C-5C82C91A5D43}"/>
          </ac:spMkLst>
        </pc:spChg>
        <pc:spChg chg="add del mod">
          <ac:chgData name="Pham Thi Ngoc Anh 20235473" userId="d66b8b44-64f6-4c35-aae0-826a08499ad1" providerId="ADAL" clId="{79F3FBA8-EA7F-C045-9997-F79CD5220E95}" dt="2026-06-17T10:16:20.374" v="39" actId="767"/>
          <ac:spMkLst>
            <pc:docMk/>
            <pc:sldMk cId="2775781422" sldId="272"/>
            <ac:spMk id="7" creationId="{02A7C01B-BC0E-36FE-5031-C809C0E9F961}"/>
          </ac:spMkLst>
        </pc:spChg>
        <pc:spChg chg="add del mod">
          <ac:chgData name="Pham Thi Ngoc Anh 20235473" userId="d66b8b44-64f6-4c35-aae0-826a08499ad1" providerId="ADAL" clId="{79F3FBA8-EA7F-C045-9997-F79CD5220E95}" dt="2026-06-17T10:17:50.428" v="81"/>
          <ac:spMkLst>
            <pc:docMk/>
            <pc:sldMk cId="2775781422" sldId="272"/>
            <ac:spMk id="8" creationId="{31AC3DAE-F88B-4C33-2CC0-8731568277F0}"/>
          </ac:spMkLst>
        </pc:spChg>
        <pc:spChg chg="add mod">
          <ac:chgData name="Pham Thi Ngoc Anh 20235473" userId="d66b8b44-64f6-4c35-aae0-826a08499ad1" providerId="ADAL" clId="{79F3FBA8-EA7F-C045-9997-F79CD5220E95}" dt="2026-06-17T14:06:19.204" v="902" actId="2710"/>
          <ac:spMkLst>
            <pc:docMk/>
            <pc:sldMk cId="2775781422" sldId="272"/>
            <ac:spMk id="10" creationId="{0D566E9A-8AFA-E568-4A47-51C473637F4C}"/>
          </ac:spMkLst>
        </pc:spChg>
        <pc:picChg chg="add mod">
          <ac:chgData name="Pham Thi Ngoc Anh 20235473" userId="d66b8b44-64f6-4c35-aae0-826a08499ad1" providerId="ADAL" clId="{79F3FBA8-EA7F-C045-9997-F79CD5220E95}" dt="2026-06-17T10:41:05.489" v="412" actId="1036"/>
          <ac:picMkLst>
            <pc:docMk/>
            <pc:sldMk cId="2775781422" sldId="272"/>
            <ac:picMk id="9" creationId="{19FF7D97-39DE-3268-DEE5-C39026BC78A8}"/>
          </ac:picMkLst>
        </pc:picChg>
        <pc:picChg chg="add mod">
          <ac:chgData name="Pham Thi Ngoc Anh 20235473" userId="d66b8b44-64f6-4c35-aae0-826a08499ad1" providerId="ADAL" clId="{79F3FBA8-EA7F-C045-9997-F79CD5220E95}" dt="2026-06-17T10:41:03.148" v="409" actId="1036"/>
          <ac:picMkLst>
            <pc:docMk/>
            <pc:sldMk cId="2775781422" sldId="272"/>
            <ac:picMk id="11" creationId="{2453B6FE-57DF-6CC5-4FFD-174CFEA13576}"/>
          </ac:picMkLst>
        </pc:picChg>
        <pc:picChg chg="add mod">
          <ac:chgData name="Pham Thi Ngoc Anh 20235473" userId="d66b8b44-64f6-4c35-aae0-826a08499ad1" providerId="ADAL" clId="{79F3FBA8-EA7F-C045-9997-F79CD5220E95}" dt="2026-06-17T10:41:03.148" v="409" actId="1036"/>
          <ac:picMkLst>
            <pc:docMk/>
            <pc:sldMk cId="2775781422" sldId="272"/>
            <ac:picMk id="12" creationId="{49C40340-7E41-4B72-AB76-7C586395FF1E}"/>
          </ac:picMkLst>
        </pc:picChg>
      </pc:sldChg>
      <pc:sldChg chg="addSp delSp modSp add mod">
        <pc:chgData name="Pham Thi Ngoc Anh 20235473" userId="d66b8b44-64f6-4c35-aae0-826a08499ad1" providerId="ADAL" clId="{79F3FBA8-EA7F-C045-9997-F79CD5220E95}" dt="2026-06-17T10:43:45.778" v="432" actId="207"/>
        <pc:sldMkLst>
          <pc:docMk/>
          <pc:sldMk cId="3327167431" sldId="273"/>
        </pc:sldMkLst>
        <pc:spChg chg="mod">
          <ac:chgData name="Pham Thi Ngoc Anh 20235473" userId="d66b8b44-64f6-4c35-aae0-826a08499ad1" providerId="ADAL" clId="{79F3FBA8-EA7F-C045-9997-F79CD5220E95}" dt="2026-06-17T10:34:48.898" v="323"/>
          <ac:spMkLst>
            <pc:docMk/>
            <pc:sldMk cId="3327167431" sldId="273"/>
            <ac:spMk id="4" creationId="{42CF36AE-17BD-1DE5-74B6-E4EFCF8501B1}"/>
          </ac:spMkLst>
        </pc:spChg>
        <pc:spChg chg="mod">
          <ac:chgData name="Pham Thi Ngoc Anh 20235473" userId="d66b8b44-64f6-4c35-aae0-826a08499ad1" providerId="ADAL" clId="{79F3FBA8-EA7F-C045-9997-F79CD5220E95}" dt="2026-06-17T10:36:47.294" v="335" actId="113"/>
          <ac:spMkLst>
            <pc:docMk/>
            <pc:sldMk cId="3327167431" sldId="273"/>
            <ac:spMk id="6" creationId="{6AA193D4-FD3D-E7F3-CB2C-5C82C91A5D43}"/>
          </ac:spMkLst>
        </pc:spChg>
        <pc:spChg chg="add mod">
          <ac:chgData name="Pham Thi Ngoc Anh 20235473" userId="d66b8b44-64f6-4c35-aae0-826a08499ad1" providerId="ADAL" clId="{79F3FBA8-EA7F-C045-9997-F79CD5220E95}" dt="2026-06-17T10:40:31.104" v="402" actId="2710"/>
          <ac:spMkLst>
            <pc:docMk/>
            <pc:sldMk cId="3327167431" sldId="273"/>
            <ac:spMk id="7" creationId="{9C8BF758-AED0-A5D2-01C8-66CDB7D32428}"/>
          </ac:spMkLst>
        </pc:spChg>
        <pc:spChg chg="add mod">
          <ac:chgData name="Pham Thi Ngoc Anh 20235473" userId="d66b8b44-64f6-4c35-aae0-826a08499ad1" providerId="ADAL" clId="{79F3FBA8-EA7F-C045-9997-F79CD5220E95}" dt="2026-06-17T10:43:45.778" v="432" actId="207"/>
          <ac:spMkLst>
            <pc:docMk/>
            <pc:sldMk cId="3327167431" sldId="273"/>
            <ac:spMk id="8" creationId="{B1067E01-6DFE-C536-E1EE-C5ED2EA4BA54}"/>
          </ac:spMkLst>
        </pc:spChg>
        <pc:spChg chg="del">
          <ac:chgData name="Pham Thi Ngoc Anh 20235473" userId="d66b8b44-64f6-4c35-aae0-826a08499ad1" providerId="ADAL" clId="{79F3FBA8-EA7F-C045-9997-F79CD5220E95}" dt="2026-06-17T10:35:30.299" v="324" actId="478"/>
          <ac:spMkLst>
            <pc:docMk/>
            <pc:sldMk cId="3327167431" sldId="273"/>
            <ac:spMk id="10" creationId="{0D566E9A-8AFA-E568-4A47-51C473637F4C}"/>
          </ac:spMkLst>
        </pc:spChg>
        <pc:picChg chg="add mod">
          <ac:chgData name="Pham Thi Ngoc Anh 20235473" userId="d66b8b44-64f6-4c35-aae0-826a08499ad1" providerId="ADAL" clId="{79F3FBA8-EA7F-C045-9997-F79CD5220E95}" dt="2026-06-17T10:37:32.866" v="340" actId="1035"/>
          <ac:picMkLst>
            <pc:docMk/>
            <pc:sldMk cId="3327167431" sldId="273"/>
            <ac:picMk id="3" creationId="{EFB45607-E5BB-7BC7-DC77-55B9E7FD6F0F}"/>
          </ac:picMkLst>
        </pc:picChg>
        <pc:picChg chg="del">
          <ac:chgData name="Pham Thi Ngoc Anh 20235473" userId="d66b8b44-64f6-4c35-aae0-826a08499ad1" providerId="ADAL" clId="{79F3FBA8-EA7F-C045-9997-F79CD5220E95}" dt="2026-06-17T10:35:30.299" v="324" actId="478"/>
          <ac:picMkLst>
            <pc:docMk/>
            <pc:sldMk cId="3327167431" sldId="273"/>
            <ac:picMk id="9" creationId="{19FF7D97-39DE-3268-DEE5-C39026BC78A8}"/>
          </ac:picMkLst>
        </pc:picChg>
        <pc:picChg chg="del">
          <ac:chgData name="Pham Thi Ngoc Anh 20235473" userId="d66b8b44-64f6-4c35-aae0-826a08499ad1" providerId="ADAL" clId="{79F3FBA8-EA7F-C045-9997-F79CD5220E95}" dt="2026-06-17T10:35:30.299" v="324" actId="478"/>
          <ac:picMkLst>
            <pc:docMk/>
            <pc:sldMk cId="3327167431" sldId="273"/>
            <ac:picMk id="11" creationId="{2453B6FE-57DF-6CC5-4FFD-174CFEA13576}"/>
          </ac:picMkLst>
        </pc:picChg>
        <pc:picChg chg="del">
          <ac:chgData name="Pham Thi Ngoc Anh 20235473" userId="d66b8b44-64f6-4c35-aae0-826a08499ad1" providerId="ADAL" clId="{79F3FBA8-EA7F-C045-9997-F79CD5220E95}" dt="2026-06-17T10:35:30.299" v="324" actId="478"/>
          <ac:picMkLst>
            <pc:docMk/>
            <pc:sldMk cId="3327167431" sldId="273"/>
            <ac:picMk id="12" creationId="{49C40340-7E41-4B72-AB76-7C586395FF1E}"/>
          </ac:picMkLst>
        </pc:picChg>
      </pc:sldChg>
      <pc:sldChg chg="addSp delSp modSp add mod">
        <pc:chgData name="Pham Thi Ngoc Anh 20235473" userId="d66b8b44-64f6-4c35-aae0-826a08499ad1" providerId="ADAL" clId="{79F3FBA8-EA7F-C045-9997-F79CD5220E95}" dt="2026-06-17T14:05:33.081" v="892" actId="1076"/>
        <pc:sldMkLst>
          <pc:docMk/>
          <pc:sldMk cId="2553640855" sldId="274"/>
        </pc:sldMkLst>
        <pc:spChg chg="mod">
          <ac:chgData name="Pham Thi Ngoc Anh 20235473" userId="d66b8b44-64f6-4c35-aae0-826a08499ad1" providerId="ADAL" clId="{79F3FBA8-EA7F-C045-9997-F79CD5220E95}" dt="2026-06-17T10:44:11.059" v="452" actId="20577"/>
          <ac:spMkLst>
            <pc:docMk/>
            <pc:sldMk cId="2553640855" sldId="274"/>
            <ac:spMk id="4" creationId="{42CF36AE-17BD-1DE5-74B6-E4EFCF8501B1}"/>
          </ac:spMkLst>
        </pc:spChg>
        <pc:spChg chg="mod">
          <ac:chgData name="Pham Thi Ngoc Anh 20235473" userId="d66b8b44-64f6-4c35-aae0-826a08499ad1" providerId="ADAL" clId="{79F3FBA8-EA7F-C045-9997-F79CD5220E95}" dt="2026-06-17T10:48:17.823" v="511" actId="1076"/>
          <ac:spMkLst>
            <pc:docMk/>
            <pc:sldMk cId="2553640855" sldId="274"/>
            <ac:spMk id="6" creationId="{6AA193D4-FD3D-E7F3-CB2C-5C82C91A5D43}"/>
          </ac:spMkLst>
        </pc:spChg>
        <pc:spChg chg="del">
          <ac:chgData name="Pham Thi Ngoc Anh 20235473" userId="d66b8b44-64f6-4c35-aae0-826a08499ad1" providerId="ADAL" clId="{79F3FBA8-EA7F-C045-9997-F79CD5220E95}" dt="2026-06-17T10:45:12.411" v="458" actId="478"/>
          <ac:spMkLst>
            <pc:docMk/>
            <pc:sldMk cId="2553640855" sldId="274"/>
            <ac:spMk id="7" creationId="{9C8BF758-AED0-A5D2-01C8-66CDB7D32428}"/>
          </ac:spMkLst>
        </pc:spChg>
        <pc:spChg chg="del">
          <ac:chgData name="Pham Thi Ngoc Anh 20235473" userId="d66b8b44-64f6-4c35-aae0-826a08499ad1" providerId="ADAL" clId="{79F3FBA8-EA7F-C045-9997-F79CD5220E95}" dt="2026-06-17T10:45:10.091" v="457" actId="478"/>
          <ac:spMkLst>
            <pc:docMk/>
            <pc:sldMk cId="2553640855" sldId="274"/>
            <ac:spMk id="8" creationId="{B1067E01-6DFE-C536-E1EE-C5ED2EA4BA54}"/>
          </ac:spMkLst>
        </pc:spChg>
        <pc:spChg chg="add mod">
          <ac:chgData name="Pham Thi Ngoc Anh 20235473" userId="d66b8b44-64f6-4c35-aae0-826a08499ad1" providerId="ADAL" clId="{79F3FBA8-EA7F-C045-9997-F79CD5220E95}" dt="2026-06-17T14:05:28.009" v="891" actId="255"/>
          <ac:spMkLst>
            <pc:docMk/>
            <pc:sldMk cId="2553640855" sldId="274"/>
            <ac:spMk id="9" creationId="{AB708D2E-5E70-F334-B961-CD08A202CC7C}"/>
          </ac:spMkLst>
        </pc:spChg>
        <pc:spChg chg="add mod">
          <ac:chgData name="Pham Thi Ngoc Anh 20235473" userId="d66b8b44-64f6-4c35-aae0-826a08499ad1" providerId="ADAL" clId="{79F3FBA8-EA7F-C045-9997-F79CD5220E95}" dt="2026-06-17T14:05:33.081" v="892" actId="1076"/>
          <ac:spMkLst>
            <pc:docMk/>
            <pc:sldMk cId="2553640855" sldId="274"/>
            <ac:spMk id="11" creationId="{9C995EB0-7F14-FB02-E14D-1C45FF179119}"/>
          </ac:spMkLst>
        </pc:spChg>
        <pc:picChg chg="del">
          <ac:chgData name="Pham Thi Ngoc Anh 20235473" userId="d66b8b44-64f6-4c35-aae0-826a08499ad1" providerId="ADAL" clId="{79F3FBA8-EA7F-C045-9997-F79CD5220E95}" dt="2026-06-17T10:45:07.389" v="456" actId="478"/>
          <ac:picMkLst>
            <pc:docMk/>
            <pc:sldMk cId="2553640855" sldId="274"/>
            <ac:picMk id="3" creationId="{EFB45607-E5BB-7BC7-DC77-55B9E7FD6F0F}"/>
          </ac:picMkLst>
        </pc:picChg>
        <pc:picChg chg="add mod">
          <ac:chgData name="Pham Thi Ngoc Anh 20235473" userId="d66b8b44-64f6-4c35-aae0-826a08499ad1" providerId="ADAL" clId="{79F3FBA8-EA7F-C045-9997-F79CD5220E95}" dt="2026-06-17T10:48:40.351" v="514" actId="1076"/>
          <ac:picMkLst>
            <pc:docMk/>
            <pc:sldMk cId="2553640855" sldId="274"/>
            <ac:picMk id="10" creationId="{AE159659-FA0F-6AAD-048F-1193B8C4E611}"/>
          </ac:picMkLst>
        </pc:picChg>
      </pc:sldChg>
      <pc:sldChg chg="addSp delSp modSp add mod">
        <pc:chgData name="Pham Thi Ngoc Anh 20235473" userId="d66b8b44-64f6-4c35-aae0-826a08499ad1" providerId="ADAL" clId="{79F3FBA8-EA7F-C045-9997-F79CD5220E95}" dt="2026-06-17T13:43:18.518" v="649" actId="1038"/>
        <pc:sldMkLst>
          <pc:docMk/>
          <pc:sldMk cId="3177135392" sldId="275"/>
        </pc:sldMkLst>
        <pc:spChg chg="add mod">
          <ac:chgData name="Pham Thi Ngoc Anh 20235473" userId="d66b8b44-64f6-4c35-aae0-826a08499ad1" providerId="ADAL" clId="{79F3FBA8-EA7F-C045-9997-F79CD5220E95}" dt="2026-06-17T13:42:55.240" v="641" actId="1076"/>
          <ac:spMkLst>
            <pc:docMk/>
            <pc:sldMk cId="3177135392" sldId="275"/>
            <ac:spMk id="7" creationId="{44A97E91-D3F0-1B11-73C1-30FAC987424E}"/>
          </ac:spMkLst>
        </pc:spChg>
        <pc:spChg chg="add del mod">
          <ac:chgData name="Pham Thi Ngoc Anh 20235473" userId="d66b8b44-64f6-4c35-aae0-826a08499ad1" providerId="ADAL" clId="{79F3FBA8-EA7F-C045-9997-F79CD5220E95}" dt="2026-06-17T13:19:03.076" v="554"/>
          <ac:spMkLst>
            <pc:docMk/>
            <pc:sldMk cId="3177135392" sldId="275"/>
            <ac:spMk id="8" creationId="{3125B02F-82AE-F923-C3D4-EB972AA0BC5C}"/>
          </ac:spMkLst>
        </pc:spChg>
        <pc:spChg chg="mod">
          <ac:chgData name="Pham Thi Ngoc Anh 20235473" userId="d66b8b44-64f6-4c35-aae0-826a08499ad1" providerId="ADAL" clId="{79F3FBA8-EA7F-C045-9997-F79CD5220E95}" dt="2026-06-17T11:18:24.675" v="536" actId="20577"/>
          <ac:spMkLst>
            <pc:docMk/>
            <pc:sldMk cId="3177135392" sldId="275"/>
            <ac:spMk id="9" creationId="{AB708D2E-5E70-F334-B961-CD08A202CC7C}"/>
          </ac:spMkLst>
        </pc:spChg>
        <pc:spChg chg="add mod">
          <ac:chgData name="Pham Thi Ngoc Anh 20235473" userId="d66b8b44-64f6-4c35-aae0-826a08499ad1" providerId="ADAL" clId="{79F3FBA8-EA7F-C045-9997-F79CD5220E95}" dt="2026-06-17T13:43:12.740" v="643" actId="1076"/>
          <ac:spMkLst>
            <pc:docMk/>
            <pc:sldMk cId="3177135392" sldId="275"/>
            <ac:spMk id="12" creationId="{F681CB2E-9C85-AABA-8B06-7D6E9EEA83C2}"/>
          </ac:spMkLst>
        </pc:spChg>
        <pc:picChg chg="add mod">
          <ac:chgData name="Pham Thi Ngoc Anh 20235473" userId="d66b8b44-64f6-4c35-aae0-826a08499ad1" providerId="ADAL" clId="{79F3FBA8-EA7F-C045-9997-F79CD5220E95}" dt="2026-06-17T13:43:05.738" v="642" actId="1076"/>
          <ac:picMkLst>
            <pc:docMk/>
            <pc:sldMk cId="3177135392" sldId="275"/>
            <ac:picMk id="3" creationId="{CE7C8F4C-8122-EDF9-0397-C69D22B13E97}"/>
          </ac:picMkLst>
        </pc:picChg>
        <pc:picChg chg="del">
          <ac:chgData name="Pham Thi Ngoc Anh 20235473" userId="d66b8b44-64f6-4c35-aae0-826a08499ad1" providerId="ADAL" clId="{79F3FBA8-EA7F-C045-9997-F79CD5220E95}" dt="2026-06-17T11:18:41.974" v="537" actId="478"/>
          <ac:picMkLst>
            <pc:docMk/>
            <pc:sldMk cId="3177135392" sldId="275"/>
            <ac:picMk id="10" creationId="{AE159659-FA0F-6AAD-048F-1193B8C4E611}"/>
          </ac:picMkLst>
        </pc:picChg>
        <pc:picChg chg="add mod">
          <ac:chgData name="Pham Thi Ngoc Anh 20235473" userId="d66b8b44-64f6-4c35-aae0-826a08499ad1" providerId="ADAL" clId="{79F3FBA8-EA7F-C045-9997-F79CD5220E95}" dt="2026-06-17T13:43:18.518" v="649" actId="1038"/>
          <ac:picMkLst>
            <pc:docMk/>
            <pc:sldMk cId="3177135392" sldId="275"/>
            <ac:picMk id="11" creationId="{0CB1A8D7-7C2C-7519-6804-FDA15C79188A}"/>
          </ac:picMkLst>
        </pc:picChg>
      </pc:sldChg>
      <pc:sldChg chg="modSp mod">
        <pc:chgData name="Pham Thi Ngoc Anh 20235473" userId="d66b8b44-64f6-4c35-aae0-826a08499ad1" providerId="ADAL" clId="{79F3FBA8-EA7F-C045-9997-F79CD5220E95}" dt="2026-06-17T14:11:17.073" v="935" actId="113"/>
        <pc:sldMkLst>
          <pc:docMk/>
          <pc:sldMk cId="469651290" sldId="276"/>
        </pc:sldMkLst>
        <pc:spChg chg="mod">
          <ac:chgData name="Pham Thi Ngoc Anh 20235473" userId="d66b8b44-64f6-4c35-aae0-826a08499ad1" providerId="ADAL" clId="{79F3FBA8-EA7F-C045-9997-F79CD5220E95}" dt="2026-06-17T13:50:58.801" v="712" actId="20577"/>
          <ac:spMkLst>
            <pc:docMk/>
            <pc:sldMk cId="469651290" sldId="276"/>
            <ac:spMk id="2" creationId="{7657175D-A44C-3CEA-0EBB-3E91831BA08C}"/>
          </ac:spMkLst>
        </pc:spChg>
        <pc:spChg chg="mod">
          <ac:chgData name="Pham Thi Ngoc Anh 20235473" userId="d66b8b44-64f6-4c35-aae0-826a08499ad1" providerId="ADAL" clId="{79F3FBA8-EA7F-C045-9997-F79CD5220E95}" dt="2026-06-17T14:11:17.073" v="935" actId="113"/>
          <ac:spMkLst>
            <pc:docMk/>
            <pc:sldMk cId="469651290" sldId="276"/>
            <ac:spMk id="3" creationId="{4B234A8E-FC12-DBEF-5369-BC7829BAAFAA}"/>
          </ac:spMkLst>
        </pc:spChg>
      </pc:sldChg>
      <pc:sldChg chg="modSp mod">
        <pc:chgData name="Pham Thi Ngoc Anh 20235473" userId="d66b8b44-64f6-4c35-aae0-826a08499ad1" providerId="ADAL" clId="{79F3FBA8-EA7F-C045-9997-F79CD5220E95}" dt="2026-06-17T14:11:49.231" v="938" actId="1076"/>
        <pc:sldMkLst>
          <pc:docMk/>
          <pc:sldMk cId="2657487429" sldId="277"/>
        </pc:sldMkLst>
        <pc:spChg chg="mod">
          <ac:chgData name="Pham Thi Ngoc Anh 20235473" userId="d66b8b44-64f6-4c35-aae0-826a08499ad1" providerId="ADAL" clId="{79F3FBA8-EA7F-C045-9997-F79CD5220E95}" dt="2026-06-17T13:51:02.559" v="713" actId="20577"/>
          <ac:spMkLst>
            <pc:docMk/>
            <pc:sldMk cId="2657487429" sldId="277"/>
            <ac:spMk id="2" creationId="{EFAFC07B-F6B7-E97D-2529-CC908F1697A4}"/>
          </ac:spMkLst>
        </pc:spChg>
        <pc:spChg chg="mod">
          <ac:chgData name="Pham Thi Ngoc Anh 20235473" userId="d66b8b44-64f6-4c35-aae0-826a08499ad1" providerId="ADAL" clId="{79F3FBA8-EA7F-C045-9997-F79CD5220E95}" dt="2026-06-17T14:11:49.231" v="938" actId="1076"/>
          <ac:spMkLst>
            <pc:docMk/>
            <pc:sldMk cId="2657487429" sldId="277"/>
            <ac:spMk id="3" creationId="{41221E57-A868-6FC9-7D18-A0F56E1B7506}"/>
          </ac:spMkLst>
        </pc:spChg>
      </pc:sldChg>
      <pc:sldChg chg="modSp mod">
        <pc:chgData name="Pham Thi Ngoc Anh 20235473" userId="d66b8b44-64f6-4c35-aae0-826a08499ad1" providerId="ADAL" clId="{79F3FBA8-EA7F-C045-9997-F79CD5220E95}" dt="2026-06-17T14:12:00.457" v="939" actId="1076"/>
        <pc:sldMkLst>
          <pc:docMk/>
          <pc:sldMk cId="1767481347" sldId="278"/>
        </pc:sldMkLst>
        <pc:spChg chg="mod">
          <ac:chgData name="Pham Thi Ngoc Anh 20235473" userId="d66b8b44-64f6-4c35-aae0-826a08499ad1" providerId="ADAL" clId="{79F3FBA8-EA7F-C045-9997-F79CD5220E95}" dt="2026-06-17T13:51:05.428" v="714" actId="20577"/>
          <ac:spMkLst>
            <pc:docMk/>
            <pc:sldMk cId="1767481347" sldId="278"/>
            <ac:spMk id="2" creationId="{754BF5E7-E3E8-B069-7E49-E05C814BC75C}"/>
          </ac:spMkLst>
        </pc:spChg>
        <pc:picChg chg="mod">
          <ac:chgData name="Pham Thi Ngoc Anh 20235473" userId="d66b8b44-64f6-4c35-aae0-826a08499ad1" providerId="ADAL" clId="{79F3FBA8-EA7F-C045-9997-F79CD5220E95}" dt="2026-06-17T14:12:00.457" v="939" actId="1076"/>
          <ac:picMkLst>
            <pc:docMk/>
            <pc:sldMk cId="1767481347" sldId="278"/>
            <ac:picMk id="5" creationId="{17152DD1-AD55-26D1-238C-B60D69D18570}"/>
          </ac:picMkLst>
        </pc:picChg>
      </pc:sldChg>
      <pc:sldChg chg="addSp delSp modSp mod">
        <pc:chgData name="Pham Thi Ngoc Anh 20235473" userId="d66b8b44-64f6-4c35-aae0-826a08499ad1" providerId="ADAL" clId="{79F3FBA8-EA7F-C045-9997-F79CD5220E95}" dt="2026-06-17T14:00:54.165" v="833" actId="21"/>
        <pc:sldMkLst>
          <pc:docMk/>
          <pc:sldMk cId="1930630429" sldId="279"/>
        </pc:sldMkLst>
        <pc:spChg chg="mod">
          <ac:chgData name="Pham Thi Ngoc Anh 20235473" userId="d66b8b44-64f6-4c35-aae0-826a08499ad1" providerId="ADAL" clId="{79F3FBA8-EA7F-C045-9997-F79CD5220E95}" dt="2026-06-17T13:51:10.413" v="715" actId="20577"/>
          <ac:spMkLst>
            <pc:docMk/>
            <pc:sldMk cId="1930630429" sldId="279"/>
            <ac:spMk id="2" creationId="{A231D644-EAD3-93D3-C2DF-2DF0A833A78D}"/>
          </ac:spMkLst>
        </pc:spChg>
        <pc:spChg chg="mod">
          <ac:chgData name="Pham Thi Ngoc Anh 20235473" userId="d66b8b44-64f6-4c35-aae0-826a08499ad1" providerId="ADAL" clId="{79F3FBA8-EA7F-C045-9997-F79CD5220E95}" dt="2026-06-17T13:52:22.709" v="728" actId="1036"/>
          <ac:spMkLst>
            <pc:docMk/>
            <pc:sldMk cId="1930630429" sldId="279"/>
            <ac:spMk id="3" creationId="{CCBE5483-F9F9-F740-1EED-10C5D3304309}"/>
          </ac:spMkLst>
        </pc:spChg>
        <pc:spChg chg="add mod">
          <ac:chgData name="Pham Thi Ngoc Anh 20235473" userId="d66b8b44-64f6-4c35-aae0-826a08499ad1" providerId="ADAL" clId="{79F3FBA8-EA7F-C045-9997-F79CD5220E95}" dt="2026-06-17T13:52:02.786" v="723" actId="113"/>
          <ac:spMkLst>
            <pc:docMk/>
            <pc:sldMk cId="1930630429" sldId="279"/>
            <ac:spMk id="5" creationId="{29789D6A-8678-694E-A3E3-DF27C54B7C5B}"/>
          </ac:spMkLst>
        </pc:spChg>
        <pc:spChg chg="add del mod">
          <ac:chgData name="Pham Thi Ngoc Anh 20235473" userId="d66b8b44-64f6-4c35-aae0-826a08499ad1" providerId="ADAL" clId="{79F3FBA8-EA7F-C045-9997-F79CD5220E95}" dt="2026-06-17T13:59:51.642" v="828" actId="478"/>
          <ac:spMkLst>
            <pc:docMk/>
            <pc:sldMk cId="1930630429" sldId="279"/>
            <ac:spMk id="6" creationId="{30F2E306-24C1-96BF-9194-B2FCF76D7777}"/>
          </ac:spMkLst>
        </pc:spChg>
        <pc:spChg chg="add del mod">
          <ac:chgData name="Pham Thi Ngoc Anh 20235473" userId="d66b8b44-64f6-4c35-aae0-826a08499ad1" providerId="ADAL" clId="{79F3FBA8-EA7F-C045-9997-F79CD5220E95}" dt="2026-06-17T14:00:54.165" v="833" actId="21"/>
          <ac:spMkLst>
            <pc:docMk/>
            <pc:sldMk cId="1930630429" sldId="279"/>
            <ac:spMk id="7" creationId="{4E64AEAD-C2B9-C795-A992-66CE2F380584}"/>
          </ac:spMkLst>
        </pc:spChg>
        <pc:spChg chg="add del mod">
          <ac:chgData name="Pham Thi Ngoc Anh 20235473" userId="d66b8b44-64f6-4c35-aae0-826a08499ad1" providerId="ADAL" clId="{79F3FBA8-EA7F-C045-9997-F79CD5220E95}" dt="2026-06-17T14:00:54.165" v="833" actId="21"/>
          <ac:spMkLst>
            <pc:docMk/>
            <pc:sldMk cId="1930630429" sldId="279"/>
            <ac:spMk id="8" creationId="{5BCC737B-8BC5-74A7-F94A-EDD5EB80C303}"/>
          </ac:spMkLst>
        </pc:spChg>
      </pc:sldChg>
      <pc:sldChg chg="addSp delSp modSp del mod">
        <pc:chgData name="Pham Thi Ngoc Anh 20235473" userId="d66b8b44-64f6-4c35-aae0-826a08499ad1" providerId="ADAL" clId="{79F3FBA8-EA7F-C045-9997-F79CD5220E95}" dt="2026-06-17T13:53:50.851" v="734" actId="2696"/>
        <pc:sldMkLst>
          <pc:docMk/>
          <pc:sldMk cId="1073169251" sldId="280"/>
        </pc:sldMkLst>
        <pc:spChg chg="mod">
          <ac:chgData name="Pham Thi Ngoc Anh 20235473" userId="d66b8b44-64f6-4c35-aae0-826a08499ad1" providerId="ADAL" clId="{79F3FBA8-EA7F-C045-9997-F79CD5220E95}" dt="2026-06-17T13:51:12.502" v="716" actId="20577"/>
          <ac:spMkLst>
            <pc:docMk/>
            <pc:sldMk cId="1073169251" sldId="280"/>
            <ac:spMk id="2" creationId="{9DBF8195-FD40-727A-5FF4-8247595429ED}"/>
          </ac:spMkLst>
        </pc:spChg>
        <pc:spChg chg="del">
          <ac:chgData name="Pham Thi Ngoc Anh 20235473" userId="d66b8b44-64f6-4c35-aae0-826a08499ad1" providerId="ADAL" clId="{79F3FBA8-EA7F-C045-9997-F79CD5220E95}" dt="2026-06-17T13:53:45.969" v="732" actId="478"/>
          <ac:spMkLst>
            <pc:docMk/>
            <pc:sldMk cId="1073169251" sldId="280"/>
            <ac:spMk id="3" creationId="{B01F4B12-381F-AE39-4E3F-423FB5639DBC}"/>
          </ac:spMkLst>
        </pc:spChg>
        <pc:spChg chg="add del mod">
          <ac:chgData name="Pham Thi Ngoc Anh 20235473" userId="d66b8b44-64f6-4c35-aae0-826a08499ad1" providerId="ADAL" clId="{79F3FBA8-EA7F-C045-9997-F79CD5220E95}" dt="2026-06-17T13:50:52.119" v="711"/>
          <ac:spMkLst>
            <pc:docMk/>
            <pc:sldMk cId="1073169251" sldId="280"/>
            <ac:spMk id="5" creationId="{04AA3269-1BD2-91D1-7A85-D949A475E226}"/>
          </ac:spMkLst>
        </pc:spChg>
        <pc:spChg chg="add mod">
          <ac:chgData name="Pham Thi Ngoc Anh 20235473" userId="d66b8b44-64f6-4c35-aae0-826a08499ad1" providerId="ADAL" clId="{79F3FBA8-EA7F-C045-9997-F79CD5220E95}" dt="2026-06-17T13:53:45.969" v="732" actId="478"/>
          <ac:spMkLst>
            <pc:docMk/>
            <pc:sldMk cId="1073169251" sldId="280"/>
            <ac:spMk id="7" creationId="{1859605D-5516-BC6C-52BA-FD0E092CF5C3}"/>
          </ac:spMkLst>
        </pc:spChg>
      </pc:sldChg>
      <pc:sldChg chg="del">
        <pc:chgData name="Pham Thi Ngoc Anh 20235473" userId="d66b8b44-64f6-4c35-aae0-826a08499ad1" providerId="ADAL" clId="{79F3FBA8-EA7F-C045-9997-F79CD5220E95}" dt="2026-06-17T13:56:38.163" v="802" actId="2696"/>
        <pc:sldMkLst>
          <pc:docMk/>
          <pc:sldMk cId="2593087917" sldId="281"/>
        </pc:sldMkLst>
      </pc:sldChg>
      <pc:sldChg chg="del">
        <pc:chgData name="Pham Thi Ngoc Anh 20235473" userId="d66b8b44-64f6-4c35-aae0-826a08499ad1" providerId="ADAL" clId="{79F3FBA8-EA7F-C045-9997-F79CD5220E95}" dt="2026-06-17T13:51:18.549" v="717" actId="2696"/>
        <pc:sldMkLst>
          <pc:docMk/>
          <pc:sldMk cId="697999192" sldId="282"/>
        </pc:sldMkLst>
      </pc:sldChg>
      <pc:sldChg chg="modSp mod">
        <pc:chgData name="Pham Thi Ngoc Anh 20235473" userId="d66b8b44-64f6-4c35-aae0-826a08499ad1" providerId="ADAL" clId="{79F3FBA8-EA7F-C045-9997-F79CD5220E95}" dt="2026-06-17T14:07:56.133" v="908" actId="1076"/>
        <pc:sldMkLst>
          <pc:docMk/>
          <pc:sldMk cId="2844954205" sldId="283"/>
        </pc:sldMkLst>
        <pc:spChg chg="mod">
          <ac:chgData name="Pham Thi Ngoc Anh 20235473" userId="d66b8b44-64f6-4c35-aae0-826a08499ad1" providerId="ADAL" clId="{79F3FBA8-EA7F-C045-9997-F79CD5220E95}" dt="2026-06-17T14:07:30.699" v="905" actId="1076"/>
          <ac:spMkLst>
            <pc:docMk/>
            <pc:sldMk cId="2844954205" sldId="283"/>
            <ac:spMk id="7" creationId="{E3A0BEA6-8DC1-2F7E-BD22-523A7412F034}"/>
          </ac:spMkLst>
        </pc:spChg>
        <pc:spChg chg="mod">
          <ac:chgData name="Pham Thi Ngoc Anh 20235473" userId="d66b8b44-64f6-4c35-aae0-826a08499ad1" providerId="ADAL" clId="{79F3FBA8-EA7F-C045-9997-F79CD5220E95}" dt="2026-06-17T14:07:46.122" v="907" actId="1076"/>
          <ac:spMkLst>
            <pc:docMk/>
            <pc:sldMk cId="2844954205" sldId="283"/>
            <ac:spMk id="8" creationId="{0327A41A-55AB-4CE2-9297-E0FA66F387E7}"/>
          </ac:spMkLst>
        </pc:spChg>
        <pc:spChg chg="mod">
          <ac:chgData name="Pham Thi Ngoc Anh 20235473" userId="d66b8b44-64f6-4c35-aae0-826a08499ad1" providerId="ADAL" clId="{79F3FBA8-EA7F-C045-9997-F79CD5220E95}" dt="2026-06-17T14:07:56.133" v="908" actId="1076"/>
          <ac:spMkLst>
            <pc:docMk/>
            <pc:sldMk cId="2844954205" sldId="283"/>
            <ac:spMk id="9" creationId="{C4DD5150-31E6-BA44-701D-CB419EC2EEF2}"/>
          </ac:spMkLst>
        </pc:spChg>
        <pc:picChg chg="mod">
          <ac:chgData name="Pham Thi Ngoc Anh 20235473" userId="d66b8b44-64f6-4c35-aae0-826a08499ad1" providerId="ADAL" clId="{79F3FBA8-EA7F-C045-9997-F79CD5220E95}" dt="2026-06-17T14:07:20.434" v="903" actId="1076"/>
          <ac:picMkLst>
            <pc:docMk/>
            <pc:sldMk cId="2844954205" sldId="283"/>
            <ac:picMk id="3" creationId="{B9789C76-62A6-A548-F261-DD0B5E87CB37}"/>
          </ac:picMkLst>
        </pc:picChg>
      </pc:sldChg>
      <pc:sldChg chg="modSp mod">
        <pc:chgData name="Pham Thi Ngoc Anh 20235473" userId="d66b8b44-64f6-4c35-aae0-826a08499ad1" providerId="ADAL" clId="{79F3FBA8-EA7F-C045-9997-F79CD5220E95}" dt="2026-06-17T14:04:12.732" v="883" actId="20577"/>
        <pc:sldMkLst>
          <pc:docMk/>
          <pc:sldMk cId="253935765" sldId="284"/>
        </pc:sldMkLst>
        <pc:spChg chg="mod">
          <ac:chgData name="Pham Thi Ngoc Anh 20235473" userId="d66b8b44-64f6-4c35-aae0-826a08499ad1" providerId="ADAL" clId="{79F3FBA8-EA7F-C045-9997-F79CD5220E95}" dt="2026-06-17T14:04:12.732" v="883" actId="20577"/>
          <ac:spMkLst>
            <pc:docMk/>
            <pc:sldMk cId="253935765" sldId="284"/>
            <ac:spMk id="11" creationId="{72945D36-678A-BF63-E43E-01DB81F5753D}"/>
          </ac:spMkLst>
        </pc:spChg>
        <pc:picChg chg="mod">
          <ac:chgData name="Pham Thi Ngoc Anh 20235473" userId="d66b8b44-64f6-4c35-aae0-826a08499ad1" providerId="ADAL" clId="{79F3FBA8-EA7F-C045-9997-F79CD5220E95}" dt="2026-06-17T14:03:46.899" v="875" actId="1076"/>
          <ac:picMkLst>
            <pc:docMk/>
            <pc:sldMk cId="253935765" sldId="284"/>
            <ac:picMk id="12" creationId="{06028FEF-A34E-5802-AD6D-AFF15CD31050}"/>
          </ac:picMkLst>
        </pc:picChg>
      </pc:sldChg>
      <pc:sldChg chg="addSp delSp modSp add mod">
        <pc:chgData name="Pham Thi Ngoc Anh 20235473" userId="d66b8b44-64f6-4c35-aae0-826a08499ad1" providerId="ADAL" clId="{79F3FBA8-EA7F-C045-9997-F79CD5220E95}" dt="2026-06-17T14:03:17.580" v="874" actId="1036"/>
        <pc:sldMkLst>
          <pc:docMk/>
          <pc:sldMk cId="3611291972" sldId="286"/>
        </pc:sldMkLst>
        <pc:spChg chg="del mod">
          <ac:chgData name="Pham Thi Ngoc Anh 20235473" userId="d66b8b44-64f6-4c35-aae0-826a08499ad1" providerId="ADAL" clId="{79F3FBA8-EA7F-C045-9997-F79CD5220E95}" dt="2026-06-17T14:00:33.555" v="829" actId="21"/>
          <ac:spMkLst>
            <pc:docMk/>
            <pc:sldMk cId="3611291972" sldId="286"/>
            <ac:spMk id="3" creationId="{CCBE5483-F9F9-F740-1EED-10C5D3304309}"/>
          </ac:spMkLst>
        </pc:spChg>
        <pc:spChg chg="del mod">
          <ac:chgData name="Pham Thi Ngoc Anh 20235473" userId="d66b8b44-64f6-4c35-aae0-826a08499ad1" providerId="ADAL" clId="{79F3FBA8-EA7F-C045-9997-F79CD5220E95}" dt="2026-06-17T14:00:33.555" v="829" actId="21"/>
          <ac:spMkLst>
            <pc:docMk/>
            <pc:sldMk cId="3611291972" sldId="286"/>
            <ac:spMk id="5" creationId="{29789D6A-8678-694E-A3E3-DF27C54B7C5B}"/>
          </ac:spMkLst>
        </pc:spChg>
        <pc:spChg chg="mod">
          <ac:chgData name="Pham Thi Ngoc Anh 20235473" userId="d66b8b44-64f6-4c35-aae0-826a08499ad1" providerId="ADAL" clId="{79F3FBA8-EA7F-C045-9997-F79CD5220E95}" dt="2026-06-17T14:03:00.847" v="871" actId="1076"/>
          <ac:spMkLst>
            <pc:docMk/>
            <pc:sldMk cId="3611291972" sldId="286"/>
            <ac:spMk id="6" creationId="{30F2E306-24C1-96BF-9194-B2FCF76D7777}"/>
          </ac:spMkLst>
        </pc:spChg>
        <pc:spChg chg="add mod">
          <ac:chgData name="Pham Thi Ngoc Anh 20235473" userId="d66b8b44-64f6-4c35-aae0-826a08499ad1" providerId="ADAL" clId="{79F3FBA8-EA7F-C045-9997-F79CD5220E95}" dt="2026-06-17T14:03:17.580" v="874" actId="1036"/>
          <ac:spMkLst>
            <pc:docMk/>
            <pc:sldMk cId="3611291972" sldId="286"/>
            <ac:spMk id="7" creationId="{432EE029-278B-0F93-60B1-B6C1B16ED6A8}"/>
          </ac:spMkLst>
        </pc:spChg>
        <pc:spChg chg="add del mod">
          <ac:chgData name="Pham Thi Ngoc Anh 20235473" userId="d66b8b44-64f6-4c35-aae0-826a08499ad1" providerId="ADAL" clId="{79F3FBA8-EA7F-C045-9997-F79CD5220E95}" dt="2026-06-17T14:00:59.363" v="835" actId="478"/>
          <ac:spMkLst>
            <pc:docMk/>
            <pc:sldMk cId="3611291972" sldId="286"/>
            <ac:spMk id="9" creationId="{8EFE9427-8676-E8BB-989F-00BBA8471476}"/>
          </ac:spMkLst>
        </pc:spChg>
        <pc:spChg chg="add mod">
          <ac:chgData name="Pham Thi Ngoc Anh 20235473" userId="d66b8b44-64f6-4c35-aae0-826a08499ad1" providerId="ADAL" clId="{79F3FBA8-EA7F-C045-9997-F79CD5220E95}" dt="2026-06-17T14:02:52.965" v="869" actId="1076"/>
          <ac:spMkLst>
            <pc:docMk/>
            <pc:sldMk cId="3611291972" sldId="286"/>
            <ac:spMk id="10" creationId="{825811EF-6320-AD4A-5708-F15519A378BF}"/>
          </ac:spMkLst>
        </pc:spChg>
        <pc:spChg chg="add mod">
          <ac:chgData name="Pham Thi Ngoc Anh 20235473" userId="d66b8b44-64f6-4c35-aae0-826a08499ad1" providerId="ADAL" clId="{79F3FBA8-EA7F-C045-9997-F79CD5220E95}" dt="2026-06-17T14:02:56.197" v="870" actId="1076"/>
          <ac:spMkLst>
            <pc:docMk/>
            <pc:sldMk cId="3611291972" sldId="286"/>
            <ac:spMk id="11" creationId="{C7224728-2F97-AD5F-5936-CF0F43203141}"/>
          </ac:spMkLst>
        </pc:spChg>
      </pc:sldChg>
    </pc:docChg>
  </pc:docChgLst>
  <pc:docChgLst>
    <pc:chgData name="Le Trung Dung 20235489" userId="S::dung.lt235489@sis.hust.edu.vn::d4d7d2cc-564b-40f9-9c9a-4d8a8536baf5" providerId="AD" clId="Web-{B4D5DA83-ACE9-6175-8401-0A2DEAF616EC}"/>
    <pc:docChg chg="modSld">
      <pc:chgData name="Le Trung Dung 20235489" userId="S::dung.lt235489@sis.hust.edu.vn::d4d7d2cc-564b-40f9-9c9a-4d8a8536baf5" providerId="AD" clId="Web-{B4D5DA83-ACE9-6175-8401-0A2DEAF616EC}" dt="2026-06-16T16:18:27.320" v="182" actId="20577"/>
      <pc:docMkLst>
        <pc:docMk/>
      </pc:docMkLst>
      <pc:sldChg chg="modSp">
        <pc:chgData name="Le Trung Dung 20235489" userId="S::dung.lt235489@sis.hust.edu.vn::d4d7d2cc-564b-40f9-9c9a-4d8a8536baf5" providerId="AD" clId="Web-{B4D5DA83-ACE9-6175-8401-0A2DEAF616EC}" dt="2026-06-16T16:09:08.973" v="127" actId="20577"/>
        <pc:sldMkLst>
          <pc:docMk/>
          <pc:sldMk cId="743172911" sldId="257"/>
        </pc:sldMkLst>
        <pc:spChg chg="mod">
          <ac:chgData name="Le Trung Dung 20235489" userId="S::dung.lt235489@sis.hust.edu.vn::d4d7d2cc-564b-40f9-9c9a-4d8a8536baf5" providerId="AD" clId="Web-{B4D5DA83-ACE9-6175-8401-0A2DEAF616EC}" dt="2026-06-16T16:07:27.097" v="29" actId="14100"/>
          <ac:spMkLst>
            <pc:docMk/>
            <pc:sldMk cId="743172911" sldId="257"/>
            <ac:spMk id="3" creationId="{5702E00C-3125-4CD1-A5F8-64723BF48E3E}"/>
          </ac:spMkLst>
        </pc:spChg>
        <pc:spChg chg="mod">
          <ac:chgData name="Le Trung Dung 20235489" userId="S::dung.lt235489@sis.hust.edu.vn::d4d7d2cc-564b-40f9-9c9a-4d8a8536baf5" providerId="AD" clId="Web-{B4D5DA83-ACE9-6175-8401-0A2DEAF616EC}" dt="2026-06-16T16:09:08.973" v="127" actId="20577"/>
          <ac:spMkLst>
            <pc:docMk/>
            <pc:sldMk cId="743172911" sldId="257"/>
            <ac:spMk id="4" creationId="{72BF49D9-2FCE-4950-8B1C-F580CC18F4C9}"/>
          </ac:spMkLst>
        </pc:spChg>
      </pc:sldChg>
      <pc:sldChg chg="modSp">
        <pc:chgData name="Le Trung Dung 20235489" userId="S::dung.lt235489@sis.hust.edu.vn::d4d7d2cc-564b-40f9-9c9a-4d8a8536baf5" providerId="AD" clId="Web-{B4D5DA83-ACE9-6175-8401-0A2DEAF616EC}" dt="2026-06-16T16:17:57.351" v="169" actId="20577"/>
        <pc:sldMkLst>
          <pc:docMk/>
          <pc:sldMk cId="221433772" sldId="260"/>
        </pc:sldMkLst>
        <pc:spChg chg="mod">
          <ac:chgData name="Le Trung Dung 20235489" userId="S::dung.lt235489@sis.hust.edu.vn::d4d7d2cc-564b-40f9-9c9a-4d8a8536baf5" providerId="AD" clId="Web-{B4D5DA83-ACE9-6175-8401-0A2DEAF616EC}" dt="2026-06-16T16:09:19.832" v="135" actId="20577"/>
          <ac:spMkLst>
            <pc:docMk/>
            <pc:sldMk cId="221433772" sldId="260"/>
            <ac:spMk id="2" creationId="{EF9B3AB5-95DF-4273-871C-843529DB7255}"/>
          </ac:spMkLst>
        </pc:spChg>
        <pc:spChg chg="mod">
          <ac:chgData name="Le Trung Dung 20235489" userId="S::dung.lt235489@sis.hust.edu.vn::d4d7d2cc-564b-40f9-9c9a-4d8a8536baf5" providerId="AD" clId="Web-{B4D5DA83-ACE9-6175-8401-0A2DEAF616EC}" dt="2026-06-16T16:17:57.351" v="169" actId="20577"/>
          <ac:spMkLst>
            <pc:docMk/>
            <pc:sldMk cId="221433772" sldId="260"/>
            <ac:spMk id="3" creationId="{3573E091-9DCD-4DE7-96D1-A93E44E0F5B9}"/>
          </ac:spMkLst>
        </pc:spChg>
      </pc:sldChg>
      <pc:sldChg chg="modSp">
        <pc:chgData name="Le Trung Dung 20235489" userId="S::dung.lt235489@sis.hust.edu.vn::d4d7d2cc-564b-40f9-9c9a-4d8a8536baf5" providerId="AD" clId="Web-{B4D5DA83-ACE9-6175-8401-0A2DEAF616EC}" dt="2026-06-16T16:18:27.320" v="182" actId="20577"/>
        <pc:sldMkLst>
          <pc:docMk/>
          <pc:sldMk cId="64084651" sldId="261"/>
        </pc:sldMkLst>
        <pc:spChg chg="mod">
          <ac:chgData name="Le Trung Dung 20235489" userId="S::dung.lt235489@sis.hust.edu.vn::d4d7d2cc-564b-40f9-9c9a-4d8a8536baf5" providerId="AD" clId="Web-{B4D5DA83-ACE9-6175-8401-0A2DEAF616EC}" dt="2026-06-16T16:18:27.320" v="182" actId="20577"/>
          <ac:spMkLst>
            <pc:docMk/>
            <pc:sldMk cId="64084651" sldId="261"/>
            <ac:spMk id="2" creationId="{4FB6CB3A-046A-4C56-A02D-DBF672421CA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6/17/2026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6/17/2026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6/17/2026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8546221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latin typeface="Lato"/>
                <a:ea typeface="Lato"/>
                <a:cs typeface="Lato"/>
              </a:rPr>
              <a:t>Pedestrian Flow Modelling</a:t>
            </a:r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Group 3:</a:t>
            </a:r>
          </a:p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Le Trung Dung – 20235489</a:t>
            </a:r>
            <a:endParaRPr lang="en-US" sz="2500" b="0"/>
          </a:p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Hoang Trung Dung – 20235488</a:t>
            </a:r>
            <a:endParaRPr lang="en-US" sz="2500" b="0"/>
          </a:p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Pham Khanh Chi – 20235482</a:t>
            </a:r>
            <a:endParaRPr lang="en-US" sz="2500" b="0"/>
          </a:p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Pham Thi Ngoc Anh – 20235473</a:t>
            </a:r>
            <a:endParaRPr lang="en-US" sz="2500" b="0"/>
          </a:p>
          <a:p>
            <a:pPr>
              <a:lnSpc>
                <a:spcPct val="100000"/>
              </a:lnSpc>
            </a:pPr>
            <a:r>
              <a:rPr lang="en-US" sz="2500" b="0">
                <a:latin typeface="Lato"/>
                <a:ea typeface="Lato"/>
                <a:cs typeface="Lato"/>
              </a:rPr>
              <a:t>Tran Thanh Vinh - 20225539</a:t>
            </a:r>
            <a:endParaRPr lang="en-US" sz="2500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Introduction</a:t>
            </a:r>
          </a:p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Modelling Framework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Solving Algorithms</a:t>
            </a:r>
          </a:p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Simulation and Results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Discussion &amp; Conclusion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Introduction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 descr="Fire Escape&quot; Images – Browse 65,140 Stock Photos, Vectors, and Video |  Adobe Stock">
            <a:extLst>
              <a:ext uri="{FF2B5EF4-FFF2-40B4-BE49-F238E27FC236}">
                <a16:creationId xmlns:a16="http://schemas.microsoft.com/office/drawing/2014/main" id="{DF066F58-6620-03D3-FB66-0F3E5FF4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86" y="1936750"/>
            <a:ext cx="5143500" cy="3429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EAA7D8-28BE-E317-0214-93F2C2083250}"/>
              </a:ext>
            </a:extLst>
          </p:cNvPr>
          <p:cNvSpPr txBox="1">
            <a:spLocks/>
          </p:cNvSpPr>
          <p:nvPr/>
        </p:nvSpPr>
        <p:spPr>
          <a:xfrm>
            <a:off x="338313" y="1293479"/>
            <a:ext cx="11514528" cy="598506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Pedestrian flow modeling helps design emergency escape routes, public facilities,...</a:t>
            </a:r>
            <a:endParaRPr lang="en-US"/>
          </a:p>
        </p:txBody>
      </p:sp>
      <p:pic>
        <p:nvPicPr>
          <p:cNvPr id="9" name="Picture 8" descr="How to Make Pedestrian-Friendly Streets | Development Asia">
            <a:extLst>
              <a:ext uri="{FF2B5EF4-FFF2-40B4-BE49-F238E27FC236}">
                <a16:creationId xmlns:a16="http://schemas.microsoft.com/office/drawing/2014/main" id="{CE298416-3F86-DCE5-6C56-A8128F772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86" b="-344"/>
          <a:stretch>
            <a:fillRect/>
          </a:stretch>
        </p:blipFill>
        <p:spPr>
          <a:xfrm>
            <a:off x="6354233" y="1938867"/>
            <a:ext cx="4965116" cy="3424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5B5AFE-284B-078E-B77F-FDB09001633F}"/>
              </a:ext>
            </a:extLst>
          </p:cNvPr>
          <p:cNvSpPr txBox="1"/>
          <p:nvPr/>
        </p:nvSpPr>
        <p:spPr>
          <a:xfrm>
            <a:off x="391584" y="5482167"/>
            <a:ext cx="1150408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The "social force" model, for example, assumes a repulsive force with remote action between the pedestrians</a:t>
            </a:r>
            <a:endParaRPr lang="en-US" sz="2000">
              <a:ea typeface="Calibri"/>
              <a:cs typeface="Calibri"/>
            </a:endParaRPr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3AD4-CABD-5B13-8BF4-3AF9CD4A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B303B-1695-E226-13A7-43F3F1A9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Introduction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815B0-9085-8F76-BA0C-FBAB2B65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 descr="A graph with a purple line&#10;&#10;AI-generated content may be incorrect.">
            <a:extLst>
              <a:ext uri="{FF2B5EF4-FFF2-40B4-BE49-F238E27FC236}">
                <a16:creationId xmlns:a16="http://schemas.microsoft.com/office/drawing/2014/main" id="{B9789C76-62A6-A548-F261-DD0B5E87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22" y="2029382"/>
            <a:ext cx="4589480" cy="3533384"/>
          </a:xfrm>
          <a:prstGeom prst="rect">
            <a:avLst/>
          </a:prstGeom>
        </p:spPr>
      </p:pic>
      <p:pic>
        <p:nvPicPr>
          <p:cNvPr id="4" name="Picture 3" descr="A graph of a single file with a number of black dots&#10;&#10;AI-generated content may be incorrect.">
            <a:extLst>
              <a:ext uri="{FF2B5EF4-FFF2-40B4-BE49-F238E27FC236}">
                <a16:creationId xmlns:a16="http://schemas.microsoft.com/office/drawing/2014/main" id="{6324925D-D96D-3E34-BCAB-53DE734C9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24" y="1878128"/>
            <a:ext cx="5201695" cy="386036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A0BEA6-8DC1-2F7E-BD22-523A7412F034}"/>
              </a:ext>
            </a:extLst>
          </p:cNvPr>
          <p:cNvSpPr txBox="1">
            <a:spLocks/>
          </p:cNvSpPr>
          <p:nvPr/>
        </p:nvSpPr>
        <p:spPr>
          <a:xfrm>
            <a:off x="995781" y="1298890"/>
            <a:ext cx="4573022" cy="58806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Weidmann's fundamental diagram for 2D movement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7A41A-55AB-4CE2-9297-E0FA66F387E7}"/>
              </a:ext>
            </a:extLst>
          </p:cNvPr>
          <p:cNvSpPr txBox="1">
            <a:spLocks/>
          </p:cNvSpPr>
          <p:nvPr/>
        </p:nvSpPr>
        <p:spPr>
          <a:xfrm>
            <a:off x="5829899" y="1298890"/>
            <a:ext cx="5616857" cy="58806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1D movement vs Weidmann's diagram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DD5150-31E6-BA44-701D-CB419EC2EEF2}"/>
              </a:ext>
            </a:extLst>
          </p:cNvPr>
          <p:cNvSpPr txBox="1">
            <a:spLocks/>
          </p:cNvSpPr>
          <p:nvPr/>
        </p:nvSpPr>
        <p:spPr>
          <a:xfrm>
            <a:off x="936181" y="5562766"/>
            <a:ext cx="4537646" cy="58806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Lato"/>
                <a:ea typeface="Lato"/>
                <a:cs typeface="Lato"/>
              </a:rPr>
              <a:t>This is a frequently-cited metric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D0B915-2026-F3CA-4432-53B808DA8A35}"/>
              </a:ext>
            </a:extLst>
          </p:cNvPr>
          <p:cNvSpPr txBox="1">
            <a:spLocks/>
          </p:cNvSpPr>
          <p:nvPr/>
        </p:nvSpPr>
        <p:spPr>
          <a:xfrm>
            <a:off x="7374776" y="5562766"/>
            <a:ext cx="4071980" cy="58806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Lato"/>
                <a:ea typeface="Lato"/>
                <a:cs typeface="Lato"/>
              </a:rPr>
              <a:t>This is empirical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5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2D90-DF09-3ED6-55BC-D71E3FA5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1491-FB54-FA59-C797-22F57F2D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en-US">
                <a:latin typeface="Lato"/>
                <a:ea typeface="Lato"/>
                <a:cs typeface="Lato"/>
              </a:rPr>
              <a:t>Introduction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903CE-2A71-8BD0-C0C4-3AE330B0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945D36-678A-BF63-E43E-01DB81F5753D}"/>
              </a:ext>
            </a:extLst>
          </p:cNvPr>
          <p:cNvSpPr txBox="1">
            <a:spLocks/>
          </p:cNvSpPr>
          <p:nvPr/>
        </p:nvSpPr>
        <p:spPr>
          <a:xfrm>
            <a:off x="512431" y="1812062"/>
            <a:ext cx="11166438" cy="58806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Lato"/>
                <a:ea typeface="Lato"/>
                <a:cs typeface="Lato"/>
              </a:rPr>
              <a:t>In this work, the authors:</a:t>
            </a:r>
            <a:endParaRPr lang="en-US"/>
          </a:p>
          <a:p>
            <a:r>
              <a:rPr lang="en-US" sz="2400">
                <a:latin typeface="Lato"/>
                <a:ea typeface="Lato"/>
                <a:cs typeface="Lato"/>
              </a:rPr>
              <a:t>introduced a modified social force model and </a:t>
            </a:r>
            <a:endParaRPr lang="en-US"/>
          </a:p>
          <a:p>
            <a:r>
              <a:rPr lang="en-US" sz="2400">
                <a:latin typeface="Lato"/>
                <a:ea typeface="Lato"/>
                <a:cs typeface="Lato"/>
              </a:rPr>
              <a:t>investigated the effect of remote forces on the overall flow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028FEF-A34E-5802-AD6D-AFF15CD31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00" y="2955925"/>
            <a:ext cx="84963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A87C-20A5-F21B-6122-3469E06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DF58-7989-52D2-AD00-5C9A80FB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2.  Modelling Framework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6D9C2-80AE-C998-D022-5CB09092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CF36AE-17BD-1DE5-74B6-E4EFCF8501B1}"/>
              </a:ext>
            </a:extLst>
          </p:cNvPr>
          <p:cNvSpPr txBox="1">
            <a:spLocks/>
          </p:cNvSpPr>
          <p:nvPr/>
        </p:nvSpPr>
        <p:spPr>
          <a:xfrm>
            <a:off x="190146" y="1229979"/>
            <a:ext cx="11514528" cy="598506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Social Force Model</a:t>
            </a:r>
            <a:endParaRPr lang="en-US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AA193D4-FD3D-E7F3-CB2C-5C82C91A5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146" y="1828485"/>
                <a:ext cx="11514528" cy="1240180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000">
                    <a:solidFill>
                      <a:srgbClr val="000000"/>
                    </a:solidFill>
                  </a:rPr>
                  <a:t>The model is built upon the </a:t>
                </a:r>
                <a:r>
                  <a:rPr lang="en-US" sz="2000" b="1">
                    <a:solidFill>
                      <a:srgbClr val="000000"/>
                    </a:solidFill>
                  </a:rPr>
                  <a:t>Social Force Model</a:t>
                </a:r>
                <a:r>
                  <a:rPr lang="en-US" sz="2000">
                    <a:solidFill>
                      <a:srgbClr val="000000"/>
                    </a:solidFill>
                  </a:rPr>
                  <a:t>, where each pedestrian is treated as a self-driven particle moving in continuous space.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>
                    <a:solidFill>
                      <a:srgbClr val="000000"/>
                    </a:solidFill>
                  </a:rPr>
                  <a:t>For pedestrian </a:t>
                </a:r>
                <a14:m>
                  <m:oMath xmlns:m="http://schemas.openxmlformats.org/officeDocument/2006/math">
                    <m:r>
                      <a:rPr lang="vi-VN" sz="2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>
                    <a:solidFill>
                      <a:srgbClr val="000000"/>
                    </a:solidFill>
                  </a:rPr>
                  <a:t>, the equation of motion is written as:</a:t>
                </a:r>
              </a:p>
              <a:p>
                <a:pPr>
                  <a:lnSpc>
                    <a:spcPct val="100000"/>
                  </a:lnSpc>
                </a:pPr>
                <a:endParaRPr lang="en-US" sz="20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𝑑𝑟𝑣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𝑟𝑒𝑝</m:t>
                          </m:r>
                        </m:sup>
                      </m:sSubSup>
                    </m:oMath>
                  </m:oMathPara>
                </a14:m>
                <a:endParaRPr lang="en-US" sz="20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AA193D4-FD3D-E7F3-CB2C-5C82C91A5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6" y="1828485"/>
                <a:ext cx="11514528" cy="1240180"/>
              </a:xfrm>
              <a:prstGeom prst="rect">
                <a:avLst/>
              </a:prstGeom>
              <a:blipFill>
                <a:blip r:embed="rId2"/>
                <a:stretch>
                  <a:fillRect l="-476" t="-2463" b="-47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D566E9A-8AFA-E568-4A47-51C473637F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611" y="3822151"/>
                <a:ext cx="11514528" cy="1240180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000">
                    <a:solidFill>
                      <a:srgbClr val="000000"/>
                    </a:solidFill>
                  </a:rPr>
                  <a:t>The </a:t>
                </a:r>
                <a:r>
                  <a:rPr lang="en-VN" sz="2000">
                    <a:solidFill>
                      <a:srgbClr val="000000"/>
                    </a:solidFill>
                  </a:rPr>
                  <a:t>first component – driving force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𝑑𝑟𝑣</m:t>
                        </m:r>
                      </m:sup>
                    </m:sSubSup>
                  </m:oMath>
                </a14:m>
                <a:r>
                  <a:rPr lang="en-US" sz="2000">
                    <a:solidFill>
                      <a:srgbClr val="000000"/>
                    </a:solidFill>
                  </a:rPr>
                  <a:t>: </a:t>
                </a:r>
                <a:r>
                  <a:rPr lang="en-US" sz="2000"/>
                  <a:t>pedestrian's intention to reach a </a:t>
                </a:r>
                <a:r>
                  <a:rPr lang="en-US" sz="2000" b="1" i="1"/>
                  <a:t>desired walking speed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𝑑𝑟𝑣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i="1"/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000">
                    <a:solidFill>
                      <a:srgbClr val="000000"/>
                    </a:solidFill>
                  </a:rPr>
                  <a:t>The second component – repulsive force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V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bSup>
                  </m:oMath>
                </a14:m>
                <a:r>
                  <a:rPr lang="en-US" sz="2000" b="1">
                    <a:solidFill>
                      <a:srgbClr val="000000"/>
                    </a:solidFill>
                  </a:rPr>
                  <a:t>: </a:t>
                </a:r>
                <a:r>
                  <a:rPr lang="en-US" sz="2000"/>
                  <a:t>pedestrian's response to the person</a:t>
                </a:r>
                <a:r>
                  <a:rPr lang="en-US" sz="2000" b="1" i="1"/>
                  <a:t> in front</a:t>
                </a:r>
                <a:endParaRPr lang="en-US" sz="200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𝑟𝑒𝑝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20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D566E9A-8AFA-E568-4A47-51C47363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11" y="3822151"/>
                <a:ext cx="11514528" cy="1240180"/>
              </a:xfrm>
              <a:prstGeom prst="rect">
                <a:avLst/>
              </a:prstGeom>
              <a:blipFill>
                <a:blip r:embed="rId3"/>
                <a:stretch>
                  <a:fillRect l="-530" t="-1478" b="-84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78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A87C-20A5-F21B-6122-3469E06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DF58-7989-52D2-AD00-5C9A80FB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2.  Modelling Framework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6D9C2-80AE-C998-D022-5CB09092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CF36AE-17BD-1DE5-74B6-E4EFCF8501B1}"/>
              </a:ext>
            </a:extLst>
          </p:cNvPr>
          <p:cNvSpPr txBox="1">
            <a:spLocks/>
          </p:cNvSpPr>
          <p:nvPr/>
        </p:nvSpPr>
        <p:spPr>
          <a:xfrm>
            <a:off x="190146" y="1229979"/>
            <a:ext cx="11514528" cy="598506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Velocity-Dependent Personal Space</a:t>
            </a:r>
            <a:endParaRPr lang="en-US" sz="24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A193D4-FD3D-E7F3-CB2C-5C82C91A5D43}"/>
              </a:ext>
            </a:extLst>
          </p:cNvPr>
          <p:cNvSpPr txBox="1">
            <a:spLocks/>
          </p:cNvSpPr>
          <p:nvPr/>
        </p:nvSpPr>
        <p:spPr>
          <a:xfrm>
            <a:off x="190146" y="1828485"/>
            <a:ext cx="11811708" cy="124018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 central assumption of this study is that the personal space required by a pedestrian is </a:t>
            </a:r>
            <a:r>
              <a:rPr lang="en-US" sz="2000" b="1"/>
              <a:t>not constant</a:t>
            </a:r>
          </a:p>
          <a:p>
            <a:r>
              <a:rPr lang="en-US" sz="2000">
                <a:solidFill>
                  <a:srgbClr val="000000"/>
                </a:solidFill>
              </a:rPr>
              <a:t>Instead, it increases </a:t>
            </a:r>
            <a:r>
              <a:rPr lang="en-US" sz="2000" b="1">
                <a:solidFill>
                  <a:srgbClr val="000000"/>
                </a:solidFill>
              </a:rPr>
              <a:t>linearly</a:t>
            </a:r>
            <a:r>
              <a:rPr lang="en-US" sz="2000">
                <a:solidFill>
                  <a:srgbClr val="000000"/>
                </a:solidFill>
              </a:rPr>
              <a:t> with the pedestrian's current velocity: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C8BF758-AED0-A5D2-01C8-66CDB7D324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326" y="3124352"/>
                <a:ext cx="11514528" cy="1240180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b="1" i="1"/>
                  <a:t> </a:t>
                </a:r>
                <a:r>
                  <a:rPr lang="en-US" sz="2000"/>
                  <a:t>– represents the static body depth or the minimum space required when the pedestrian is standing still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b="1" i="1"/>
                  <a:t> </a:t>
                </a:r>
                <a:r>
                  <a:rPr lang="en-US" sz="2000"/>
                  <a:t>– represents the velocity-dependence coefficient</a:t>
                </a:r>
                <a:endParaRPr lang="en-US" sz="2000">
                  <a:solidFill>
                    <a:srgbClr val="000000"/>
                  </a:solidFill>
                </a:endParaRPr>
              </a:p>
              <a:p>
                <a:endParaRPr lang="en-US" sz="20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C8BF758-AED0-A5D2-01C8-66CDB7D32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6" y="3124352"/>
                <a:ext cx="11514528" cy="1240180"/>
              </a:xfrm>
              <a:prstGeom prst="rect">
                <a:avLst/>
              </a:prstGeom>
              <a:blipFill>
                <a:blip r:embed="rId2"/>
                <a:stretch>
                  <a:fillRect l="-529" t="-2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067E01-6DFE-C536-E1EE-C5ED2EA4BA54}"/>
              </a:ext>
            </a:extLst>
          </p:cNvPr>
          <p:cNvSpPr txBox="1">
            <a:spLocks/>
          </p:cNvSpPr>
          <p:nvPr/>
        </p:nvSpPr>
        <p:spPr>
          <a:xfrm>
            <a:off x="336509" y="4420219"/>
            <a:ext cx="11811708" cy="124018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sz="2000" b="1">
                <a:solidFill>
                  <a:srgbClr val="C00000"/>
                </a:solidFill>
              </a:rPr>
              <a:t> Faster pedestrian requires a larger distance from the person ahead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6024F5-DC1C-32BD-15CC-01C03C92B528}"/>
                  </a:ext>
                </a:extLst>
              </p:cNvPr>
              <p:cNvSpPr txBox="1"/>
              <p:nvPr/>
            </p:nvSpPr>
            <p:spPr>
              <a:xfrm>
                <a:off x="2899410" y="2585109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𝑏𝑣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6024F5-DC1C-32BD-15CC-01C03C9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410" y="2585109"/>
                <a:ext cx="60960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16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A87C-20A5-F21B-6122-3469E06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DF58-7989-52D2-AD00-5C9A80FB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2.  Modelling Framework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6D9C2-80AE-C998-D022-5CB09092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CF36AE-17BD-1DE5-74B6-E4EFCF8501B1}"/>
              </a:ext>
            </a:extLst>
          </p:cNvPr>
          <p:cNvSpPr txBox="1">
            <a:spLocks/>
          </p:cNvSpPr>
          <p:nvPr/>
        </p:nvSpPr>
        <p:spPr>
          <a:xfrm>
            <a:off x="190146" y="1229979"/>
            <a:ext cx="11514528" cy="598506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Interactions</a:t>
            </a:r>
            <a:endParaRPr lang="en-US" sz="24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A193D4-FD3D-E7F3-CB2C-5C82C91A5D43}"/>
              </a:ext>
            </a:extLst>
          </p:cNvPr>
          <p:cNvSpPr txBox="1">
            <a:spLocks/>
          </p:cNvSpPr>
          <p:nvPr/>
        </p:nvSpPr>
        <p:spPr>
          <a:xfrm>
            <a:off x="190146" y="1900245"/>
            <a:ext cx="11811708" cy="68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</a:rPr>
              <a:t>To study how pedestrians respond to one another, the authors formulate </a:t>
            </a:r>
            <a:r>
              <a:rPr lang="en-US" sz="2000" b="1">
                <a:solidFill>
                  <a:srgbClr val="000000"/>
                </a:solidFill>
              </a:rPr>
              <a:t>two interaction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B708D2E-5E70-F334-B961-CD08A202CC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146" y="2426991"/>
                <a:ext cx="11811708" cy="681338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sz="2000">
                    <a:solidFill>
                      <a:srgbClr val="000000"/>
                    </a:solidFill>
                  </a:rPr>
                  <a:t>Hard bodies without remote action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50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B708D2E-5E70-F334-B961-CD08A202C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6" y="2426991"/>
                <a:ext cx="11811708" cy="681338"/>
              </a:xfrm>
              <a:prstGeom prst="rect">
                <a:avLst/>
              </a:prstGeom>
              <a:blipFill>
                <a:blip r:embed="rId2"/>
                <a:stretch>
                  <a:fillRect l="-671" t="-14286" b="-1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995EB0-7F14-FB02-E14D-1C45FF179119}"/>
              </a:ext>
            </a:extLst>
          </p:cNvPr>
          <p:cNvSpPr txBox="1">
            <a:spLocks/>
          </p:cNvSpPr>
          <p:nvPr/>
        </p:nvSpPr>
        <p:spPr>
          <a:xfrm>
            <a:off x="190146" y="4305244"/>
            <a:ext cx="11811708" cy="68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</a:rPr>
              <a:t>The pedestrian continues moving normally until the personal-space constraint is violated, and then stops abruptly</a:t>
            </a:r>
            <a:endParaRPr lang="en-US" sz="20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64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A87C-20A5-F21B-6122-3469E06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DF58-7989-52D2-AD00-5C9A80FB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2.  Modelling Framework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6D9C2-80AE-C998-D022-5CB09092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CF36AE-17BD-1DE5-74B6-E4EFCF8501B1}"/>
              </a:ext>
            </a:extLst>
          </p:cNvPr>
          <p:cNvSpPr txBox="1">
            <a:spLocks/>
          </p:cNvSpPr>
          <p:nvPr/>
        </p:nvSpPr>
        <p:spPr>
          <a:xfrm>
            <a:off x="190146" y="1229979"/>
            <a:ext cx="11514528" cy="598506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Interactions</a:t>
            </a:r>
            <a:endParaRPr lang="en-US" sz="24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A193D4-FD3D-E7F3-CB2C-5C82C91A5D43}"/>
              </a:ext>
            </a:extLst>
          </p:cNvPr>
          <p:cNvSpPr txBox="1">
            <a:spLocks/>
          </p:cNvSpPr>
          <p:nvPr/>
        </p:nvSpPr>
        <p:spPr>
          <a:xfrm>
            <a:off x="190146" y="1900245"/>
            <a:ext cx="11811708" cy="68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</a:rPr>
              <a:t>To study how pedestrians respond to one another, the authors formulate </a:t>
            </a:r>
            <a:r>
              <a:rPr lang="en-US" sz="2000" b="1">
                <a:solidFill>
                  <a:srgbClr val="000000"/>
                </a:solidFill>
              </a:rPr>
              <a:t>two interaction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B708D2E-5E70-F334-B961-CD08A202CC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146" y="2426991"/>
                <a:ext cx="11811708" cy="681338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>
                    <a:solidFill>
                      <a:srgbClr val="000000"/>
                    </a:solidFill>
                  </a:rPr>
                  <a:t>Hard bodies with remote action</a:t>
                </a:r>
              </a:p>
              <a:p>
                <a:pPr marL="0" indent="0">
                  <a:buNone/>
                </a:pPr>
                <a:endParaRPr lang="en-US" sz="20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0, 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20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B708D2E-5E70-F334-B961-CD08A202C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6" y="2426991"/>
                <a:ext cx="11811708" cy="681338"/>
              </a:xfrm>
              <a:prstGeom prst="rect">
                <a:avLst/>
              </a:prstGeom>
              <a:blipFill>
                <a:blip r:embed="rId2"/>
                <a:stretch>
                  <a:fillRect l="-671" t="-14286" b="-138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81CB2E-9C85-AABA-8B06-7D6E9EEA83C2}"/>
              </a:ext>
            </a:extLst>
          </p:cNvPr>
          <p:cNvSpPr txBox="1">
            <a:spLocks/>
          </p:cNvSpPr>
          <p:nvPr/>
        </p:nvSpPr>
        <p:spPr>
          <a:xfrm>
            <a:off x="190146" y="4227264"/>
            <a:ext cx="11811708" cy="68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The repulsive force increases as the gap decreases</a:t>
            </a:r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</a:rPr>
              <a:t>Pedestrians decelerate before reaching the minimum required distance and backward motion is prevented</a:t>
            </a:r>
          </a:p>
        </p:txBody>
      </p:sp>
    </p:spTree>
    <p:extLst>
      <p:ext uri="{BB962C8B-B14F-4D97-AF65-F5344CB8AC3E}">
        <p14:creationId xmlns:p14="http://schemas.microsoft.com/office/powerpoint/2010/main" val="317713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3.1. Solving algorithms: Social force model (model with remote action) 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3FD00-7C6F-D0FA-88FA-8B18401D1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1341076"/>
            <a:ext cx="5016282" cy="48144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C0DD76-B204-E2A2-8033-26E1443A2BDF}"/>
              </a:ext>
            </a:extLst>
          </p:cNvPr>
          <p:cNvSpPr txBox="1">
            <a:spLocks/>
          </p:cNvSpPr>
          <p:nvPr/>
        </p:nvSpPr>
        <p:spPr>
          <a:xfrm>
            <a:off x="599695" y="944022"/>
            <a:ext cx="5856940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Large number of ordinary differential equations:</a:t>
            </a:r>
            <a:endParaRPr lang="en-US" sz="20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31BE43C-F605-F2B8-821E-DDE8EB5CE985}"/>
              </a:ext>
            </a:extLst>
          </p:cNvPr>
          <p:cNvSpPr/>
          <p:nvPr/>
        </p:nvSpPr>
        <p:spPr>
          <a:xfrm>
            <a:off x="6216042" y="3307416"/>
            <a:ext cx="727656" cy="446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1749BB-1E64-A61C-0FFC-1777FF459E0B}"/>
              </a:ext>
            </a:extLst>
          </p:cNvPr>
          <p:cNvSpPr txBox="1">
            <a:spLocks/>
          </p:cNvSpPr>
          <p:nvPr/>
        </p:nvSpPr>
        <p:spPr>
          <a:xfrm>
            <a:off x="6935777" y="944021"/>
            <a:ext cx="5094940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Use explicit Euler method to calculate force</a:t>
            </a:r>
            <a:endParaRPr lang="en-US"/>
          </a:p>
        </p:txBody>
      </p:sp>
      <p:pic>
        <p:nvPicPr>
          <p:cNvPr id="11" name="Picture 10" descr="A red and blue line on a black background&#10;&#10;AI-generated content may be incorrect.">
            <a:extLst>
              <a:ext uri="{FF2B5EF4-FFF2-40B4-BE49-F238E27FC236}">
                <a16:creationId xmlns:a16="http://schemas.microsoft.com/office/drawing/2014/main" id="{B7ACD0D6-6289-254D-FEFF-2AA18EDA4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688" y="1363004"/>
            <a:ext cx="2873159" cy="2209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F10154-44A2-0C33-93D7-C3BDF3D5B54D}"/>
              </a:ext>
            </a:extLst>
          </p:cNvPr>
          <p:cNvSpPr txBox="1"/>
          <p:nvPr/>
        </p:nvSpPr>
        <p:spPr>
          <a:xfrm>
            <a:off x="9488466" y="2468670"/>
            <a:ext cx="20146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Lato"/>
                <a:ea typeface="Lato"/>
                <a:cs typeface="Lato"/>
              </a:rPr>
              <a:t>unknown curve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BAB61-1FEB-32C4-5709-9CEF13A5CDF1}"/>
              </a:ext>
            </a:extLst>
          </p:cNvPr>
          <p:cNvSpPr txBox="1"/>
          <p:nvPr/>
        </p:nvSpPr>
        <p:spPr>
          <a:xfrm>
            <a:off x="9697233" y="1852808"/>
            <a:ext cx="20146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Lato"/>
                <a:ea typeface="Lato"/>
                <a:cs typeface="Lato"/>
              </a:rPr>
              <a:t>approximation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CCDF04-24B5-5352-0C87-D30AB9AC3B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2" r="45527" b="794"/>
          <a:stretch>
            <a:fillRect/>
          </a:stretch>
        </p:blipFill>
        <p:spPr>
          <a:xfrm>
            <a:off x="7429539" y="3596405"/>
            <a:ext cx="3038423" cy="19720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3592B1-E7FC-C899-4525-255D7CAAC8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321" t="-5025" r="382" b="-12698"/>
          <a:stretch>
            <a:fillRect/>
          </a:stretch>
        </p:blipFill>
        <p:spPr>
          <a:xfrm>
            <a:off x="10469410" y="3597177"/>
            <a:ext cx="344360" cy="227171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085A18-6AC9-F62B-812B-5F3BF84B4022}"/>
              </a:ext>
            </a:extLst>
          </p:cNvPr>
          <p:cNvSpPr txBox="1">
            <a:spLocks/>
          </p:cNvSpPr>
          <p:nvPr/>
        </p:nvSpPr>
        <p:spPr>
          <a:xfrm>
            <a:off x="7092352" y="5756103"/>
            <a:ext cx="5094940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Using current slope to estimate next point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14294-E36A-96CF-BAA8-D0F8CB7E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BA5B-F8AC-0898-A012-6AAA0F11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3.2. Solving algorithms: Modified model (model without remote action)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BD90A-40F6-B8C6-0407-333B0AB1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531C3-F03F-3199-74EF-CF2A9AA60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75" y="4594202"/>
            <a:ext cx="5999965" cy="156340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61F584-1E39-5B61-B83D-0B1B312123E3}"/>
              </a:ext>
            </a:extLst>
          </p:cNvPr>
          <p:cNvSpPr txBox="1">
            <a:spLocks/>
          </p:cNvSpPr>
          <p:nvPr/>
        </p:nvSpPr>
        <p:spPr>
          <a:xfrm>
            <a:off x="704079" y="944022"/>
            <a:ext cx="5856940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Locations of Dirac spikes are not known a priori</a:t>
            </a:r>
            <a:endParaRPr lang="en-US"/>
          </a:p>
        </p:txBody>
      </p:sp>
      <p:pic>
        <p:nvPicPr>
          <p:cNvPr id="8" name="Picture 7" descr="A blue line with a point in the center&#10;&#10;AI-generated content may be incorrect.">
            <a:extLst>
              <a:ext uri="{FF2B5EF4-FFF2-40B4-BE49-F238E27FC236}">
                <a16:creationId xmlns:a16="http://schemas.microsoft.com/office/drawing/2014/main" id="{DB67C4FD-1AB6-CFCC-EC11-098DF5764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11" y="1363271"/>
            <a:ext cx="4206658" cy="313150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ED7BF4C-DF35-F658-4DA6-ABFC95494F42}"/>
              </a:ext>
            </a:extLst>
          </p:cNvPr>
          <p:cNvSpPr/>
          <p:nvPr/>
        </p:nvSpPr>
        <p:spPr>
          <a:xfrm>
            <a:off x="5996837" y="3307416"/>
            <a:ext cx="727656" cy="446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E43D1-48C4-F41F-24B9-28EF96C5EEF0}"/>
              </a:ext>
            </a:extLst>
          </p:cNvPr>
          <p:cNvSpPr txBox="1">
            <a:spLocks/>
          </p:cNvSpPr>
          <p:nvPr/>
        </p:nvSpPr>
        <p:spPr>
          <a:xfrm>
            <a:off x="7199128" y="1218518"/>
            <a:ext cx="3970561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Need to use a custom procedure: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403E96-8A2D-965C-DB15-4158C132E9B2}"/>
              </a:ext>
            </a:extLst>
          </p:cNvPr>
          <p:cNvSpPr txBox="1"/>
          <p:nvPr/>
        </p:nvSpPr>
        <p:spPr>
          <a:xfrm>
            <a:off x="7252184" y="1772547"/>
            <a:ext cx="4797006" cy="258532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1</a:t>
            </a:r>
            <a:r>
              <a:rPr lang="en-US" sz="2000">
                <a:latin typeface="Lato"/>
                <a:ea typeface="Lato"/>
                <a:cs typeface="Lato"/>
              </a:rPr>
              <a:t>: Advance each pedestrian one step (</a:t>
            </a:r>
            <a:r>
              <a:rPr lang="en-US" sz="2000" err="1">
                <a:latin typeface="Lato"/>
                <a:ea typeface="Lato"/>
                <a:cs typeface="Lato"/>
              </a:rPr>
              <a:t>Δt</a:t>
            </a:r>
            <a:r>
              <a:rPr lang="en-US" sz="2000">
                <a:latin typeface="Lato"/>
                <a:ea typeface="Lato"/>
                <a:cs typeface="Lato"/>
              </a:rPr>
              <a:t>=0.001s) based on local forces.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2</a:t>
            </a:r>
            <a:r>
              <a:rPr lang="en-US" sz="2000">
                <a:latin typeface="Lato"/>
                <a:ea typeface="Lato"/>
                <a:cs typeface="Lato"/>
              </a:rPr>
              <a:t>: Check if the distance to the leading person is less than the required length.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3</a:t>
            </a:r>
            <a:r>
              <a:rPr lang="en-US" sz="2000">
                <a:latin typeface="Lato"/>
                <a:ea typeface="Lato"/>
                <a:cs typeface="Lato"/>
              </a:rPr>
              <a:t>: If the distance is too small, reset the pedestrian's velocity to zero and revert them to their previous position.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4</a:t>
            </a:r>
            <a:r>
              <a:rPr lang="en-US" sz="2000">
                <a:latin typeface="Lato"/>
                <a:ea typeface="Lato"/>
                <a:cs typeface="Lato"/>
              </a:rPr>
              <a:t>: Re-examine and adjust the step of the trailing pedestrian in the same manner.</a:t>
            </a:r>
          </a:p>
        </p:txBody>
      </p:sp>
    </p:spTree>
    <p:extLst>
      <p:ext uri="{BB962C8B-B14F-4D97-AF65-F5344CB8AC3E}">
        <p14:creationId xmlns:p14="http://schemas.microsoft.com/office/powerpoint/2010/main" val="2896132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5E2C-8490-0E73-3AFB-81FAE374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6A5F-BC83-E27F-19E9-10E18649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3.2. Solving algorithms: Modified model (model without remote action)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5800-2B26-E377-E711-B8E38B33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7E2DE68-3D90-7EE3-FEF4-11E6AB184F33}"/>
              </a:ext>
            </a:extLst>
          </p:cNvPr>
          <p:cNvSpPr txBox="1">
            <a:spLocks/>
          </p:cNvSpPr>
          <p:nvPr/>
        </p:nvSpPr>
        <p:spPr>
          <a:xfrm>
            <a:off x="338736" y="1185859"/>
            <a:ext cx="4207680" cy="2744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The procedure: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2D808-2AC1-E5FB-8B7A-140EAF14E6A2}"/>
              </a:ext>
            </a:extLst>
          </p:cNvPr>
          <p:cNvSpPr txBox="1"/>
          <p:nvPr/>
        </p:nvSpPr>
        <p:spPr>
          <a:xfrm>
            <a:off x="342436" y="1739888"/>
            <a:ext cx="4399768" cy="258532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1</a:t>
            </a:r>
            <a:r>
              <a:rPr lang="en-US" sz="2000">
                <a:latin typeface="Lato"/>
                <a:ea typeface="Lato"/>
                <a:cs typeface="Lato"/>
              </a:rPr>
              <a:t>: Advance each pedestrian one step (</a:t>
            </a:r>
            <a:r>
              <a:rPr lang="en-US" sz="2000" err="1">
                <a:latin typeface="Lato"/>
                <a:ea typeface="Lato"/>
                <a:cs typeface="Lato"/>
              </a:rPr>
              <a:t>Δt</a:t>
            </a:r>
            <a:r>
              <a:rPr lang="en-US" sz="2000">
                <a:latin typeface="Lato"/>
                <a:ea typeface="Lato"/>
                <a:cs typeface="Lato"/>
              </a:rPr>
              <a:t>=0.001s) based on local forces.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2</a:t>
            </a:r>
            <a:r>
              <a:rPr lang="en-US" sz="2000">
                <a:latin typeface="Lato"/>
                <a:ea typeface="Lato"/>
                <a:cs typeface="Lato"/>
              </a:rPr>
              <a:t>: Check if the distance to the leading person is less than the required length.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3</a:t>
            </a:r>
            <a:r>
              <a:rPr lang="en-US" sz="2000">
                <a:latin typeface="Lato"/>
                <a:ea typeface="Lato"/>
                <a:cs typeface="Lato"/>
              </a:rPr>
              <a:t>: If the distance is too small, reset the pedestrian's velocity to zero and revert them to their previous position.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Lato"/>
                <a:ea typeface="Lato"/>
                <a:cs typeface="Lato"/>
              </a:rPr>
              <a:t>Step 4</a:t>
            </a:r>
            <a:r>
              <a:rPr lang="en-US" sz="2000">
                <a:latin typeface="Lato"/>
                <a:ea typeface="Lato"/>
                <a:cs typeface="Lato"/>
              </a:rPr>
              <a:t>: Re-examine and adjust the step of the trailing pedestrian in the same manner.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DEE49-403A-FE01-C34F-D9671537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14" b="8285"/>
          <a:stretch>
            <a:fillRect/>
          </a:stretch>
        </p:blipFill>
        <p:spPr>
          <a:xfrm>
            <a:off x="5161492" y="854076"/>
            <a:ext cx="7017720" cy="547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1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175D-A44C-3CEA-0EBB-3E91831B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4. Simulation and Results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34A8E-FC12-DBEF-5369-BC7829BAA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400">
                <a:latin typeface="Lato"/>
                <a:ea typeface="Lato"/>
                <a:cs typeface="Lato"/>
              </a:rPr>
              <a:t>Velocity–density relation for hard bodies with </a:t>
            </a:r>
            <a:r>
              <a:rPr lang="en-US" sz="2400" b="1">
                <a:latin typeface="Lato"/>
                <a:ea typeface="Lato"/>
                <a:cs typeface="Lato"/>
              </a:rPr>
              <a:t>a = 0.36</a:t>
            </a:r>
            <a:r>
              <a:rPr lang="en-US" sz="2400">
                <a:latin typeface="Lato"/>
                <a:ea typeface="Lato"/>
                <a:cs typeface="Lato"/>
              </a:rPr>
              <a:t> m, </a:t>
            </a:r>
            <a:r>
              <a:rPr lang="en-US" sz="2400" b="1">
                <a:latin typeface="Lato"/>
                <a:ea typeface="Lato"/>
                <a:cs typeface="Lato"/>
              </a:rPr>
              <a:t>b = 0.56 </a:t>
            </a:r>
            <a:r>
              <a:rPr lang="en-US" sz="2400">
                <a:latin typeface="Lato"/>
                <a:ea typeface="Lato"/>
                <a:cs typeface="Lato"/>
              </a:rPr>
              <a:t>s and without a remote action in comparison with empirical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00C8-277B-3303-7D35-A90D9108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AAFCA-E289-BB8C-9E0D-E37ADAB7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55" y="1895491"/>
            <a:ext cx="6182391" cy="448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5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7D96-2692-195F-3AD2-1AC71AD7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C07B-F6B7-E97D-2529-CC908F16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4. Simulation and Results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21E57-A868-6FC9-7D18-A0F56E1B7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959643"/>
            <a:ext cx="11515725" cy="4938713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400">
                <a:latin typeface="Lato"/>
                <a:ea typeface="Lato"/>
                <a:cs typeface="Lato"/>
              </a:rPr>
              <a:t>Velocity–density relation for hard bodies with remote action in comparison with hard bodies without a remote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44E18-0E8D-02CC-1F98-21E567A4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27258-1983-7EC0-1868-92B8361FF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347" y="1932923"/>
            <a:ext cx="6101774" cy="44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87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E2F30-2E2F-A2C0-DA33-074E441C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F5E7-E3E8-B069-7E49-E05C814BC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4. Simulation and Results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8341A-1A76-7F50-08D2-F6E79A088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Time-development of the positions for densities near the velocity-gap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F92A0-B4EF-367C-AD50-D7ABEF96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52DD1-AD55-26D1-238C-B60D69D1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00" y="1644804"/>
            <a:ext cx="9144001" cy="432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81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D644-EAD3-93D3-C2DF-2DF0A833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5. Discussion &amp; Conclusion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E5483-F9F9-F740-1EED-10C5D3304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79005"/>
            <a:ext cx="11514529" cy="436098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Key Findings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2E31-5DA3-38E5-22AD-C4632129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789D6A-8678-694E-A3E3-DF27C54B7C5B}"/>
                  </a:ext>
                </a:extLst>
              </p:cNvPr>
              <p:cNvSpPr txBox="1"/>
              <p:nvPr/>
            </p:nvSpPr>
            <p:spPr>
              <a:xfrm>
                <a:off x="337539" y="1581766"/>
                <a:ext cx="11514528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 authors modified the traditional Social Force Model to better represent pedestrian movement.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 pedestrian's </a:t>
                </a:r>
                <a:r>
                  <a:rPr lang="en-US" sz="20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required space increases with walking speed</a:t>
                </a: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𝑏𝑣</m:t>
                      </m:r>
                    </m:oMath>
                  </m:oMathPara>
                </a14:m>
                <a:endPara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 model prevents unrealistic behaviors such as </a:t>
                </a:r>
                <a:r>
                  <a:rPr lang="en-US" sz="20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negative velocities </a:t>
                </a: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and only considers </a:t>
                </a:r>
                <a:r>
                  <a:rPr lang="en-US" sz="20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interactions with pedestrians directly ahead</a:t>
                </a:r>
                <a:r>
                  <a:rPr lang="en-US" sz="2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</a:p>
              <a:p>
                <a:endParaRPr lang="en-VN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789D6A-8678-694E-A3E3-DF27C54B7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39" y="1581766"/>
                <a:ext cx="11514528" cy="2708434"/>
              </a:xfrm>
              <a:prstGeom prst="rect">
                <a:avLst/>
              </a:prstGeom>
              <a:blipFill>
                <a:blip r:embed="rId2"/>
                <a:stretch>
                  <a:fillRect l="-476" b="-6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63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D644-EAD3-93D3-C2DF-2DF0A833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5. Discussion &amp; Conclusion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2E31-5DA3-38E5-22AD-C4632129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0F2E306-24C1-96BF-9194-B2FCF76D7777}"/>
              </a:ext>
            </a:extLst>
          </p:cNvPr>
          <p:cNvSpPr txBox="1">
            <a:spLocks/>
          </p:cNvSpPr>
          <p:nvPr/>
        </p:nvSpPr>
        <p:spPr>
          <a:xfrm>
            <a:off x="337537" y="3780776"/>
            <a:ext cx="11514529" cy="4360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Future Works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EE029-278B-0F93-60B1-B6C1B16ED6A8}"/>
              </a:ext>
            </a:extLst>
          </p:cNvPr>
          <p:cNvSpPr txBox="1"/>
          <p:nvPr/>
        </p:nvSpPr>
        <p:spPr>
          <a:xfrm>
            <a:off x="337537" y="4302167"/>
            <a:ext cx="11514528" cy="1878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Extend the model to two-dimensional pedestrian movement.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Extend the model to more realistic microscopic interactions and additional interaction mechanisms.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25811EF-6320-AD4A-5708-F15519A378BF}"/>
              </a:ext>
            </a:extLst>
          </p:cNvPr>
          <p:cNvSpPr txBox="1">
            <a:spLocks/>
          </p:cNvSpPr>
          <p:nvPr/>
        </p:nvSpPr>
        <p:spPr>
          <a:xfrm>
            <a:off x="337538" y="1162477"/>
            <a:ext cx="11514529" cy="4360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>
                <a:latin typeface="Lato"/>
                <a:ea typeface="Lato"/>
                <a:cs typeface="Lato"/>
              </a:rPr>
              <a:t>Main Results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24728-2F97-AD5F-5936-CF0F43203141}"/>
              </a:ext>
            </a:extLst>
          </p:cNvPr>
          <p:cNvSpPr txBox="1"/>
          <p:nvPr/>
        </p:nvSpPr>
        <p:spPr>
          <a:xfrm>
            <a:off x="337539" y="1632228"/>
            <a:ext cx="11514528" cy="188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model reproduces the empirical Fundamental Diagram when the required length depends on velocity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Remote interaction has only a minor effect when velocity-dependent required space is included.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the required length is constant, remote interaction generates density waves and velocity gaps.</a:t>
            </a:r>
            <a:endParaRPr lang="en-VN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291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33da66-107f-441c-932e-99ffc66d55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77E89E38006848A55884395E191D0E" ma:contentTypeVersion="14" ma:contentTypeDescription="Create a new document." ma:contentTypeScope="" ma:versionID="380116fc4e1a503264e859abfde87668">
  <xsd:schema xmlns:xsd="http://www.w3.org/2001/XMLSchema" xmlns:xs="http://www.w3.org/2001/XMLSchema" xmlns:p="http://schemas.microsoft.com/office/2006/metadata/properties" xmlns:ns3="8d33da66-107f-441c-932e-99ffc66d5555" xmlns:ns4="2e9fea86-0462-4bf3-941b-754bb385ef50" targetNamespace="http://schemas.microsoft.com/office/2006/metadata/properties" ma:root="true" ma:fieldsID="d7ccb760866f1ecff1a0e2a31b84629f" ns3:_="" ns4:_="">
    <xsd:import namespace="8d33da66-107f-441c-932e-99ffc66d5555"/>
    <xsd:import namespace="2e9fea86-0462-4bf3-941b-754bb385ef5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33da66-107f-441c-932e-99ffc66d555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fea86-0462-4bf3-941b-754bb385ef5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E2217-BBF9-4BB3-948B-E2C112D6D6EF}">
  <ds:schemaRefs>
    <ds:schemaRef ds:uri="2e9fea86-0462-4bf3-941b-754bb385ef50"/>
    <ds:schemaRef ds:uri="8d33da66-107f-441c-932e-99ffc66d5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11BD5EC-339B-4796-98AB-1366E23C98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70C041-00FE-4355-8613-65717572F45B}">
  <ds:schemaRefs>
    <ds:schemaRef ds:uri="2e9fea86-0462-4bf3-941b-754bb385ef50"/>
    <ds:schemaRef ds:uri="8d33da66-107f-441c-932e-99ffc66d55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Overview</vt:lpstr>
      <vt:lpstr>Introduction</vt:lpstr>
      <vt:lpstr>Introduction</vt:lpstr>
      <vt:lpstr>Introduction</vt:lpstr>
      <vt:lpstr>2.  Modelling Framework</vt:lpstr>
      <vt:lpstr>2.  Modelling Framework</vt:lpstr>
      <vt:lpstr>2.  Modelling Framework</vt:lpstr>
      <vt:lpstr>2.  Modelling Framework</vt:lpstr>
      <vt:lpstr>3.1. Solving algorithms: Social force model (model with remote action) </vt:lpstr>
      <vt:lpstr>3.2. Solving algorithms: Modified model (model without remote action)</vt:lpstr>
      <vt:lpstr>3.2. Solving algorithms: Modified model (model without remote action)</vt:lpstr>
      <vt:lpstr>4. Simulation and Results</vt:lpstr>
      <vt:lpstr>4. Simulation and Results</vt:lpstr>
      <vt:lpstr>4. Simulation and Results</vt:lpstr>
      <vt:lpstr>5. Discussion &amp; Conclusion</vt:lpstr>
      <vt:lpstr>5. Discussion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revision>1</cp:revision>
  <dcterms:created xsi:type="dcterms:W3CDTF">2021-05-28T04:32:29Z</dcterms:created>
  <dcterms:modified xsi:type="dcterms:W3CDTF">2026-06-17T14:12:59Z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0x0101002077E89E38006848A55884395E191D0E</vt:lpwstr>
  </property>
</Properties>
</file>